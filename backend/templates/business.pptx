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tags" Target="../tags/tag33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4.png"/><Relationship Id="rId2" Type="http://schemas.openxmlformats.org/officeDocument/2006/relationships/tags" Target="../tags/tag34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5960046" y="-19054"/>
            <a:ext cx="3204600" cy="6875254"/>
          </a:xfrm>
          <a:custGeom>
            <a:avLst/>
            <a:gdLst>
              <a:gd name="connsiteX0" fmla="*/ 1105000 w 3204600"/>
              <a:gd name="connsiteY0" fmla="*/ 5113594 h 6875254"/>
              <a:gd name="connsiteX1" fmla="*/ 1222201 w 3204600"/>
              <a:gd name="connsiteY1" fmla="*/ 5162140 h 6875254"/>
              <a:gd name="connsiteX2" fmla="*/ 2161454 w 3204600"/>
              <a:gd name="connsiteY2" fmla="*/ 6101393 h 6875254"/>
              <a:gd name="connsiteX3" fmla="*/ 2161454 w 3204600"/>
              <a:gd name="connsiteY3" fmla="*/ 6335795 h 6875254"/>
              <a:gd name="connsiteX4" fmla="*/ 1621994 w 3204600"/>
              <a:gd name="connsiteY4" fmla="*/ 6875254 h 6875254"/>
              <a:gd name="connsiteX5" fmla="*/ 588007 w 3204600"/>
              <a:gd name="connsiteY5" fmla="*/ 6875254 h 6875254"/>
              <a:gd name="connsiteX6" fmla="*/ 48547 w 3204600"/>
              <a:gd name="connsiteY6" fmla="*/ 6335795 h 6875254"/>
              <a:gd name="connsiteX7" fmla="*/ 48547 w 3204600"/>
              <a:gd name="connsiteY7" fmla="*/ 6101393 h 6875254"/>
              <a:gd name="connsiteX8" fmla="*/ 987800 w 3204600"/>
              <a:gd name="connsiteY8" fmla="*/ 5162140 h 6875254"/>
              <a:gd name="connsiteX9" fmla="*/ 1105000 w 3204600"/>
              <a:gd name="connsiteY9" fmla="*/ 5113594 h 6875254"/>
              <a:gd name="connsiteX10" fmla="*/ 2204460 w 3204600"/>
              <a:gd name="connsiteY10" fmla="*/ 0 h 6875254"/>
              <a:gd name="connsiteX11" fmla="*/ 3204600 w 3204600"/>
              <a:gd name="connsiteY11" fmla="*/ 0 h 6875254"/>
              <a:gd name="connsiteX12" fmla="*/ 2821731 w 3204600"/>
              <a:gd name="connsiteY12" fmla="*/ 382870 h 6875254"/>
              <a:gd name="connsiteX13" fmla="*/ 2587329 w 3204600"/>
              <a:gd name="connsiteY13" fmla="*/ 382870 h 687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04600" h="6875254">
                <a:moveTo>
                  <a:pt x="1105000" y="5113594"/>
                </a:moveTo>
                <a:cubicBezTo>
                  <a:pt x="1147418" y="5113594"/>
                  <a:pt x="1189837" y="5129776"/>
                  <a:pt x="1222201" y="5162140"/>
                </a:cubicBezTo>
                <a:lnTo>
                  <a:pt x="2161454" y="6101393"/>
                </a:lnTo>
                <a:cubicBezTo>
                  <a:pt x="2226183" y="6166122"/>
                  <a:pt x="2226183" y="6271066"/>
                  <a:pt x="2161454" y="6335795"/>
                </a:cubicBezTo>
                <a:lnTo>
                  <a:pt x="1621994" y="6875254"/>
                </a:lnTo>
                <a:lnTo>
                  <a:pt x="588007" y="6875254"/>
                </a:lnTo>
                <a:lnTo>
                  <a:pt x="48547" y="6335795"/>
                </a:lnTo>
                <a:cubicBezTo>
                  <a:pt x="-16182" y="6271066"/>
                  <a:pt x="-16182" y="6166122"/>
                  <a:pt x="48547" y="6101393"/>
                </a:cubicBezTo>
                <a:lnTo>
                  <a:pt x="987800" y="5162140"/>
                </a:lnTo>
                <a:cubicBezTo>
                  <a:pt x="1020164" y="5129776"/>
                  <a:pt x="1062582" y="5113594"/>
                  <a:pt x="1105000" y="5113594"/>
                </a:cubicBezTo>
                <a:close/>
                <a:moveTo>
                  <a:pt x="2204460" y="0"/>
                </a:moveTo>
                <a:lnTo>
                  <a:pt x="3204600" y="0"/>
                </a:lnTo>
                <a:lnTo>
                  <a:pt x="2821731" y="382870"/>
                </a:lnTo>
                <a:cubicBezTo>
                  <a:pt x="2757002" y="447598"/>
                  <a:pt x="2652058" y="447598"/>
                  <a:pt x="2587329" y="3828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" name="图片 13" descr="C:\Users\Administrator\Desktop\画板 1.png画板 1"/>
          <p:cNvPicPr/>
          <p:nvPr userDrawn="1">
            <p:custDataLst>
              <p:tags r:id="rId3"/>
            </p:custDataLst>
          </p:nvPr>
        </p:nvPicPr>
        <p:blipFill>
          <a:blip r:embed="rId4"/>
          <a:srcRect b="301"/>
          <a:stretch>
            <a:fillRect/>
          </a:stretch>
        </p:blipFill>
        <p:spPr>
          <a:xfrm>
            <a:off x="6022524" y="1801"/>
            <a:ext cx="6168806" cy="6833767"/>
          </a:xfrm>
          <a:custGeom>
            <a:avLst/>
            <a:gdLst>
              <a:gd name="connsiteX0" fmla="*/ 3092421 w 6168806"/>
              <a:gd name="connsiteY0" fmla="*/ 0 h 6833767"/>
              <a:gd name="connsiteX1" fmla="*/ 6168806 w 6168806"/>
              <a:gd name="connsiteY1" fmla="*/ 0 h 6833767"/>
              <a:gd name="connsiteX2" fmla="*/ 6168806 w 6168806"/>
              <a:gd name="connsiteY2" fmla="*/ 6833767 h 6833767"/>
              <a:gd name="connsiteX3" fmla="*/ 3149842 w 6168806"/>
              <a:gd name="connsiteY3" fmla="*/ 6833767 h 6833767"/>
              <a:gd name="connsiteX4" fmla="*/ 0 w 6168806"/>
              <a:gd name="connsiteY4" fmla="*/ 3683924 h 6833767"/>
              <a:gd name="connsiteX5" fmla="*/ 0 w 6168806"/>
              <a:gd name="connsiteY5" fmla="*/ 3092422 h 683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8806" h="6833767">
                <a:moveTo>
                  <a:pt x="3092421" y="0"/>
                </a:moveTo>
                <a:lnTo>
                  <a:pt x="6168806" y="0"/>
                </a:lnTo>
                <a:lnTo>
                  <a:pt x="6168806" y="6833767"/>
                </a:lnTo>
                <a:lnTo>
                  <a:pt x="3149842" y="6833767"/>
                </a:lnTo>
                <a:lnTo>
                  <a:pt x="0" y="3683924"/>
                </a:lnTo>
                <a:lnTo>
                  <a:pt x="0" y="3092422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997585" y="756920"/>
            <a:ext cx="5199380" cy="3117215"/>
          </a:xfrm>
        </p:spPr>
        <p:txBody>
          <a:bodyPr vert="horz" wrap="square" lIns="0" tIns="38100" rIns="76200" bIns="38100" rtlCol="0" anchor="ctr" anchorCtr="0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kumimoji="0" lang="zh-CN" altLang="en-US" sz="7200" i="0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ea"/>
                <a:ea typeface="+mj-ea"/>
              </a:defRPr>
            </a:lvl1pPr>
          </a:lstStyle>
          <a:p>
            <a:pPr marL="0" marR="0" lvl="0" fontAlgn="auto" hangingPunc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997585" y="4478020"/>
            <a:ext cx="5199380" cy="1274445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kumimoji="0" lang="zh-CN" altLang="en-US" sz="2400" b="0" i="0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j-ea"/>
                <a:ea typeface="+mj-ea"/>
                <a:cs typeface="+mj-cs"/>
              </a:defRPr>
            </a:lvl1pPr>
          </a:lstStyle>
          <a:p>
            <a:pPr marL="57150" marR="0" lvl="0" indent="-285750" fontAlgn="auto" hangingPunct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8"/>
            </p:custDataLst>
          </p:nvPr>
        </p:nvSpPr>
        <p:spPr>
          <a:xfrm rot="2700000">
            <a:off x="10769192" y="1996545"/>
            <a:ext cx="2844279" cy="2844278"/>
          </a:xfrm>
          <a:custGeom>
            <a:avLst/>
            <a:gdLst>
              <a:gd name="connsiteX0" fmla="*/ 0 w 2844279"/>
              <a:gd name="connsiteY0" fmla="*/ 0 h 2844278"/>
              <a:gd name="connsiteX1" fmla="*/ 2844279 w 2844279"/>
              <a:gd name="connsiteY1" fmla="*/ 2844278 h 2844278"/>
              <a:gd name="connsiteX2" fmla="*/ 405251 w 2844279"/>
              <a:gd name="connsiteY2" fmla="*/ 2844278 h 2844278"/>
              <a:gd name="connsiteX3" fmla="*/ 0 w 2844279"/>
              <a:gd name="connsiteY3" fmla="*/ 2439027 h 284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279" h="2844278">
                <a:moveTo>
                  <a:pt x="0" y="0"/>
                </a:moveTo>
                <a:lnTo>
                  <a:pt x="2844279" y="2844278"/>
                </a:lnTo>
                <a:lnTo>
                  <a:pt x="405251" y="2844278"/>
                </a:lnTo>
                <a:cubicBezTo>
                  <a:pt x="181437" y="2844278"/>
                  <a:pt x="0" y="2662841"/>
                  <a:pt x="0" y="2439027"/>
                </a:cubicBezTo>
                <a:close/>
              </a:path>
            </a:pathLst>
          </a:cu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C:\Users\Administrator\Desktop\画板 5.png画板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2341"/>
          <a:stretch>
            <a:fillRect/>
          </a:stretch>
        </p:blipFill>
        <p:spPr>
          <a:xfrm>
            <a:off x="7303341" y="0"/>
            <a:ext cx="4888659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-28471" y="1871981"/>
            <a:ext cx="8297684" cy="424981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13276" y="1776372"/>
            <a:ext cx="5829300" cy="1013977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lang="zh-CN" altLang="en-US" sz="5600" dirty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汉仪雅酷黑简" panose="00020600040101010101" charset="-122"/>
              </a:defRPr>
            </a:lvl1pPr>
          </a:lstStyle>
          <a:p>
            <a:pPr marL="0" lvl="0">
              <a:lnSpc>
                <a:spcPct val="114000"/>
              </a:lnSpc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9"/>
            </p:custDataLst>
          </p:nvPr>
        </p:nvSpPr>
        <p:spPr>
          <a:xfrm>
            <a:off x="11779270" y="1871981"/>
            <a:ext cx="412730" cy="424981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-1"/>
            <a:ext cx="3390264" cy="6856713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75613" y="2941823"/>
            <a:ext cx="5330939" cy="759320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indent="0">
              <a:buFont typeface="Arial" panose="020B0604020202090204" pitchFamily="34" charset="0"/>
              <a:buNone/>
              <a:defRPr kumimoji="0" lang="zh-CN" altLang="en-US" sz="3000" b="1" i="0" u="none" strike="noStrike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n-cs"/>
              </a:defRPr>
            </a:lvl1pPr>
          </a:lstStyle>
          <a:p>
            <a:pPr marL="0" marR="0" lvl="0" fontAlgn="auto">
              <a:lnSpc>
                <a:spcPct val="83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75613" y="4065311"/>
            <a:ext cx="5330938" cy="1264219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indent="0">
              <a:buFont typeface="Arial" panose="020B0604020202090204" pitchFamily="34" charset="0"/>
              <a:buNone/>
              <a:defRPr kumimoji="0" lang="zh-CN" altLang="en-US" sz="1600" b="1" i="0" u="none" strike="noStrike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</a:defRPr>
            </a:lvl1pPr>
          </a:lstStyle>
          <a:p>
            <a:pPr marL="57150" marR="0" lvl="0" indent="-285750" fontAlgn="auto">
              <a:lnSpc>
                <a:spcPct val="139000"/>
              </a:lnSpc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6675613" y="740228"/>
            <a:ext cx="5330939" cy="2069197"/>
          </a:xfrm>
        </p:spPr>
        <p:txBody>
          <a:bodyPr vert="horz" wrap="square" rtlCol="0" anchor="b" anchorCtr="0">
            <a:normAutofit fontScale="97500"/>
          </a:bodyPr>
          <a:lstStyle>
            <a:lvl1pPr marL="0" indent="0">
              <a:buFont typeface="Arial" panose="020B0604020202090204" pitchFamily="34" charset="0"/>
              <a:buNone/>
              <a:defRPr lang="zh-CN" altLang="en-US" sz="8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>
              <a:lnSpc>
                <a:spcPct val="83000"/>
              </a:lnSpc>
            </a:pPr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画板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2975" y="1016535"/>
            <a:ext cx="5619069" cy="5004000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>
            <p:custDataLst>
              <p:tags r:id="rId11"/>
            </p:custDataLst>
          </p:nvPr>
        </p:nvCxnSpPr>
        <p:spPr>
          <a:xfrm>
            <a:off x="6825342" y="3860799"/>
            <a:ext cx="36285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01" descr="/Users/mac/Desktop/画板 2.png画板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200" y="695"/>
            <a:ext cx="12189600" cy="68566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625158" y="622446"/>
            <a:ext cx="10941684" cy="5613107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2050691" y="1630605"/>
            <a:ext cx="8090616" cy="2107640"/>
          </a:xfrm>
          <a:noFill/>
        </p:spPr>
        <p:txBody>
          <a:bodyPr vert="horz" wrap="square" lIns="91440" tIns="45720" rIns="0" bIns="45720" rtlCol="0" anchor="b" anchorCtr="0">
            <a:normAutofit/>
          </a:bodyPr>
          <a:lstStyle>
            <a:lvl1pPr marL="0" indent="0" algn="ctr">
              <a:buFont typeface="Arial" panose="020B0604020202090204" pitchFamily="34" charset="0"/>
              <a:buNone/>
              <a:defRPr kumimoji="0" lang="zh-CN" altLang="en-US" sz="6600" b="1" i="0" u="none" strike="noStrike" cap="none" spc="0" normalizeH="0" baseline="0" noProof="1" dirty="0">
                <a:solidFill>
                  <a:schemeClr val="lt1">
                    <a:lumMod val="100000"/>
                  </a:schemeClr>
                </a:solidFill>
                <a:uFillTx/>
                <a:latin typeface="+mj-ea"/>
                <a:ea typeface="+mj-ea"/>
                <a:cs typeface="汉仪旗黑-90S" panose="00020600040101010101" charset="-122"/>
              </a:defRPr>
            </a:lvl1pPr>
          </a:lstStyle>
          <a:p>
            <a:pPr marL="0" marR="0" lvl="0" algn="ctr" fontAlgn="auto">
              <a:buClrTx/>
              <a:buSzTx/>
              <a:buFontTx/>
            </a:pPr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2050691" y="3850640"/>
            <a:ext cx="8090616" cy="1229360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indent="0" algn="ctr">
              <a:buFont typeface="Arial" panose="020B0604020202090204" pitchFamily="34" charset="0"/>
              <a:buNone/>
              <a:defRPr kumimoji="0" lang="zh-CN" altLang="en-US" b="1" i="0" u="none" strike="noStrike" cap="none" spc="2500" normalizeH="0" baseline="0" noProof="1" dirty="0">
                <a:solidFill>
                  <a:schemeClr val="lt1">
                    <a:lumMod val="100000"/>
                  </a:schemeClr>
                </a:solidFill>
                <a:uFillTx/>
                <a:latin typeface="+mj-ea"/>
                <a:ea typeface="+mj-ea"/>
              </a:defRPr>
            </a:lvl1pPr>
          </a:lstStyle>
          <a:p>
            <a:pPr marL="114300" marR="0" lvl="0" indent="-3429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10"/>
            </p:custDataLst>
          </p:nvPr>
        </p:nvSpPr>
        <p:spPr>
          <a:xfrm>
            <a:off x="984528" y="5603105"/>
            <a:ext cx="1304717" cy="634895"/>
          </a:xfrm>
          <a:custGeom>
            <a:avLst/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1"/>
            </p:custDataLst>
          </p:nvPr>
        </p:nvSpPr>
        <p:spPr>
          <a:xfrm>
            <a:off x="625158" y="5444995"/>
            <a:ext cx="1018554" cy="793006"/>
          </a:xfrm>
          <a:custGeom>
            <a:avLst/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2"/>
            </p:custDataLst>
          </p:nvPr>
        </p:nvSpPr>
        <p:spPr>
          <a:xfrm>
            <a:off x="10399134" y="605445"/>
            <a:ext cx="1113718" cy="516065"/>
          </a:xfrm>
          <a:custGeom>
            <a:avLst/>
            <a:gdLst>
              <a:gd name="connsiteX0" fmla="*/ 0 w 1113718"/>
              <a:gd name="connsiteY0" fmla="*/ 0 h 516065"/>
              <a:gd name="connsiteX1" fmla="*/ 1113718 w 1113718"/>
              <a:gd name="connsiteY1" fmla="*/ 0 h 516065"/>
              <a:gd name="connsiteX2" fmla="*/ 626498 w 1113718"/>
              <a:gd name="connsiteY2" fmla="*/ 487220 h 516065"/>
              <a:gd name="connsiteX3" fmla="*/ 556859 w 1113718"/>
              <a:gd name="connsiteY3" fmla="*/ 516065 h 516065"/>
              <a:gd name="connsiteX4" fmla="*/ 487219 w 1113718"/>
              <a:gd name="connsiteY4" fmla="*/ 487220 h 51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718" h="516065">
                <a:moveTo>
                  <a:pt x="0" y="0"/>
                </a:moveTo>
                <a:lnTo>
                  <a:pt x="1113718" y="0"/>
                </a:lnTo>
                <a:lnTo>
                  <a:pt x="626498" y="487220"/>
                </a:lnTo>
                <a:cubicBezTo>
                  <a:pt x="607268" y="506450"/>
                  <a:pt x="582063" y="516066"/>
                  <a:pt x="556859" y="516065"/>
                </a:cubicBezTo>
                <a:cubicBezTo>
                  <a:pt x="531654" y="516066"/>
                  <a:pt x="506450" y="506450"/>
                  <a:pt x="487219" y="487220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3"/>
            </p:custDataLst>
          </p:nvPr>
        </p:nvSpPr>
        <p:spPr>
          <a:xfrm>
            <a:off x="10952228" y="605445"/>
            <a:ext cx="614614" cy="644491"/>
          </a:xfrm>
          <a:custGeom>
            <a:avLst/>
            <a:gdLst>
              <a:gd name="connsiteX0" fmla="*/ 0 w 614614"/>
              <a:gd name="connsiteY0" fmla="*/ 0 h 644491"/>
              <a:gd name="connsiteX1" fmla="*/ 614614 w 614614"/>
              <a:gd name="connsiteY1" fmla="*/ 0 h 644491"/>
              <a:gd name="connsiteX2" fmla="*/ 614614 w 614614"/>
              <a:gd name="connsiteY2" fmla="*/ 644491 h 644491"/>
              <a:gd name="connsiteX3" fmla="*/ 613673 w 614614"/>
              <a:gd name="connsiteY3" fmla="*/ 643866 h 644491"/>
              <a:gd name="connsiteX4" fmla="*/ 27248 w 614614"/>
              <a:gd name="connsiteY4" fmla="*/ 57440 h 644491"/>
              <a:gd name="connsiteX5" fmla="*/ 4516 w 614614"/>
              <a:gd name="connsiteY5" fmla="*/ 23207 h 644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4614" h="644491">
                <a:moveTo>
                  <a:pt x="0" y="0"/>
                </a:moveTo>
                <a:lnTo>
                  <a:pt x="614614" y="0"/>
                </a:lnTo>
                <a:lnTo>
                  <a:pt x="614614" y="644491"/>
                </a:lnTo>
                <a:lnTo>
                  <a:pt x="613673" y="643866"/>
                </a:lnTo>
                <a:lnTo>
                  <a:pt x="27248" y="57440"/>
                </a:lnTo>
                <a:cubicBezTo>
                  <a:pt x="17145" y="47337"/>
                  <a:pt x="9567" y="35664"/>
                  <a:pt x="4516" y="23207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2"/>
            </p:custDataLst>
          </p:nvPr>
        </p:nvSpPr>
        <p:spPr>
          <a:xfrm rot="2700000">
            <a:off x="-80199" y="5734664"/>
            <a:ext cx="332666" cy="332666"/>
          </a:xfrm>
          <a:custGeom>
            <a:avLst/>
            <a:gdLst>
              <a:gd name="connsiteX0" fmla="*/ 9730 w 332666"/>
              <a:gd name="connsiteY0" fmla="*/ 9730 h 332666"/>
              <a:gd name="connsiteX1" fmla="*/ 33220 w 332666"/>
              <a:gd name="connsiteY1" fmla="*/ 0 h 332666"/>
              <a:gd name="connsiteX2" fmla="*/ 299446 w 332666"/>
              <a:gd name="connsiteY2" fmla="*/ 0 h 332666"/>
              <a:gd name="connsiteX3" fmla="*/ 332666 w 332666"/>
              <a:gd name="connsiteY3" fmla="*/ 33220 h 332666"/>
              <a:gd name="connsiteX4" fmla="*/ 332666 w 332666"/>
              <a:gd name="connsiteY4" fmla="*/ 299446 h 332666"/>
              <a:gd name="connsiteX5" fmla="*/ 299446 w 332666"/>
              <a:gd name="connsiteY5" fmla="*/ 332666 h 332666"/>
              <a:gd name="connsiteX6" fmla="*/ 210854 w 332666"/>
              <a:gd name="connsiteY6" fmla="*/ 332666 h 332666"/>
              <a:gd name="connsiteX7" fmla="*/ 0 w 332666"/>
              <a:gd name="connsiteY7" fmla="*/ 121812 h 332666"/>
              <a:gd name="connsiteX8" fmla="*/ 0 w 332666"/>
              <a:gd name="connsiteY8" fmla="*/ 33220 h 332666"/>
              <a:gd name="connsiteX9" fmla="*/ 9730 w 332666"/>
              <a:gd name="connsiteY9" fmla="*/ 9730 h 332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666" h="332666">
                <a:moveTo>
                  <a:pt x="9730" y="9730"/>
                </a:moveTo>
                <a:cubicBezTo>
                  <a:pt x="15742" y="3718"/>
                  <a:pt x="24047" y="0"/>
                  <a:pt x="33220" y="0"/>
                </a:cubicBezTo>
                <a:lnTo>
                  <a:pt x="299446" y="0"/>
                </a:lnTo>
                <a:cubicBezTo>
                  <a:pt x="317793" y="0"/>
                  <a:pt x="332666" y="14873"/>
                  <a:pt x="332666" y="33220"/>
                </a:cubicBezTo>
                <a:lnTo>
                  <a:pt x="332666" y="299446"/>
                </a:lnTo>
                <a:cubicBezTo>
                  <a:pt x="332666" y="317793"/>
                  <a:pt x="317793" y="332666"/>
                  <a:pt x="299446" y="332666"/>
                </a:cubicBezTo>
                <a:lnTo>
                  <a:pt x="210854" y="332666"/>
                </a:lnTo>
                <a:lnTo>
                  <a:pt x="0" y="121812"/>
                </a:lnTo>
                <a:lnTo>
                  <a:pt x="0" y="33220"/>
                </a:lnTo>
                <a:cubicBezTo>
                  <a:pt x="0" y="24047"/>
                  <a:pt x="3718" y="15742"/>
                  <a:pt x="9730" y="9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3"/>
            </p:custDataLst>
          </p:nvPr>
        </p:nvSpPr>
        <p:spPr>
          <a:xfrm>
            <a:off x="366379" y="6222469"/>
            <a:ext cx="1304717" cy="634895"/>
          </a:xfrm>
          <a:custGeom>
            <a:avLst/>
            <a:gdLst>
              <a:gd name="connsiteX0" fmla="*/ 652358 w 1304717"/>
              <a:gd name="connsiteY0" fmla="*/ 1 h 634895"/>
              <a:gd name="connsiteX1" fmla="*/ 721998 w 1304717"/>
              <a:gd name="connsiteY1" fmla="*/ 28846 h 634895"/>
              <a:gd name="connsiteX2" fmla="*/ 1280090 w 1304717"/>
              <a:gd name="connsiteY2" fmla="*/ 586939 h 634895"/>
              <a:gd name="connsiteX3" fmla="*/ 1301724 w 1304717"/>
              <a:gd name="connsiteY3" fmla="*/ 619518 h 634895"/>
              <a:gd name="connsiteX4" fmla="*/ 1304717 w 1304717"/>
              <a:gd name="connsiteY4" fmla="*/ 634895 h 634895"/>
              <a:gd name="connsiteX5" fmla="*/ 0 w 1304717"/>
              <a:gd name="connsiteY5" fmla="*/ 634895 h 634895"/>
              <a:gd name="connsiteX6" fmla="*/ 2992 w 1304717"/>
              <a:gd name="connsiteY6" fmla="*/ 619518 h 634895"/>
              <a:gd name="connsiteX7" fmla="*/ 24626 w 1304717"/>
              <a:gd name="connsiteY7" fmla="*/ 586939 h 634895"/>
              <a:gd name="connsiteX8" fmla="*/ 582719 w 1304717"/>
              <a:gd name="connsiteY8" fmla="*/ 28846 h 634895"/>
              <a:gd name="connsiteX9" fmla="*/ 652358 w 1304717"/>
              <a:gd name="connsiteY9" fmla="*/ 1 h 63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4717" h="634895">
                <a:moveTo>
                  <a:pt x="652358" y="1"/>
                </a:moveTo>
                <a:cubicBezTo>
                  <a:pt x="677563" y="0"/>
                  <a:pt x="702767" y="9616"/>
                  <a:pt x="721998" y="28846"/>
                </a:cubicBezTo>
                <a:lnTo>
                  <a:pt x="1280090" y="586939"/>
                </a:lnTo>
                <a:cubicBezTo>
                  <a:pt x="1289705" y="596554"/>
                  <a:pt x="1296917" y="607663"/>
                  <a:pt x="1301724" y="619518"/>
                </a:cubicBezTo>
                <a:lnTo>
                  <a:pt x="1304717" y="634895"/>
                </a:lnTo>
                <a:lnTo>
                  <a:pt x="0" y="634895"/>
                </a:lnTo>
                <a:lnTo>
                  <a:pt x="2992" y="619518"/>
                </a:lnTo>
                <a:cubicBezTo>
                  <a:pt x="7799" y="607663"/>
                  <a:pt x="15011" y="596554"/>
                  <a:pt x="24626" y="586939"/>
                </a:cubicBezTo>
                <a:lnTo>
                  <a:pt x="582719" y="28846"/>
                </a:lnTo>
                <a:cubicBezTo>
                  <a:pt x="601949" y="9616"/>
                  <a:pt x="627154" y="0"/>
                  <a:pt x="652358" y="1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4"/>
            </p:custDataLst>
          </p:nvPr>
        </p:nvSpPr>
        <p:spPr>
          <a:xfrm>
            <a:off x="7009" y="6064359"/>
            <a:ext cx="1018554" cy="793006"/>
          </a:xfrm>
          <a:custGeom>
            <a:avLst/>
            <a:gdLst>
              <a:gd name="connsiteX0" fmla="*/ 328645 w 1018554"/>
              <a:gd name="connsiteY0" fmla="*/ 0 h 793006"/>
              <a:gd name="connsiteX1" fmla="*/ 401820 w 1018554"/>
              <a:gd name="connsiteY1" fmla="*/ 30310 h 793006"/>
              <a:gd name="connsiteX2" fmla="*/ 988245 w 1018554"/>
              <a:gd name="connsiteY2" fmla="*/ 616736 h 793006"/>
              <a:gd name="connsiteX3" fmla="*/ 988245 w 1018554"/>
              <a:gd name="connsiteY3" fmla="*/ 763086 h 793006"/>
              <a:gd name="connsiteX4" fmla="*/ 958325 w 1018554"/>
              <a:gd name="connsiteY4" fmla="*/ 793006 h 793006"/>
              <a:gd name="connsiteX5" fmla="*/ 0 w 1018554"/>
              <a:gd name="connsiteY5" fmla="*/ 793006 h 793006"/>
              <a:gd name="connsiteX6" fmla="*/ 0 w 1018554"/>
              <a:gd name="connsiteY6" fmla="*/ 285780 h 793006"/>
              <a:gd name="connsiteX7" fmla="*/ 255470 w 1018554"/>
              <a:gd name="connsiteY7" fmla="*/ 30310 h 793006"/>
              <a:gd name="connsiteX8" fmla="*/ 328645 w 1018554"/>
              <a:gd name="connsiteY8" fmla="*/ 0 h 79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554" h="793006">
                <a:moveTo>
                  <a:pt x="328645" y="0"/>
                </a:moveTo>
                <a:cubicBezTo>
                  <a:pt x="355129" y="0"/>
                  <a:pt x="381613" y="10103"/>
                  <a:pt x="401820" y="30310"/>
                </a:cubicBezTo>
                <a:lnTo>
                  <a:pt x="988245" y="616736"/>
                </a:lnTo>
                <a:cubicBezTo>
                  <a:pt x="1028658" y="657149"/>
                  <a:pt x="1028658" y="722672"/>
                  <a:pt x="988245" y="763086"/>
                </a:cubicBezTo>
                <a:lnTo>
                  <a:pt x="958325" y="793006"/>
                </a:lnTo>
                <a:lnTo>
                  <a:pt x="0" y="793006"/>
                </a:lnTo>
                <a:lnTo>
                  <a:pt x="0" y="285780"/>
                </a:lnTo>
                <a:lnTo>
                  <a:pt x="255470" y="30310"/>
                </a:lnTo>
                <a:cubicBezTo>
                  <a:pt x="275676" y="10103"/>
                  <a:pt x="302160" y="0"/>
                  <a:pt x="328645" y="0"/>
                </a:cubicBez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5"/>
            </p:custDataLst>
          </p:nvPr>
        </p:nvSpPr>
        <p:spPr>
          <a:xfrm>
            <a:off x="11017752" y="0"/>
            <a:ext cx="1167239" cy="517298"/>
          </a:xfrm>
          <a:custGeom>
            <a:avLst/>
            <a:gdLst>
              <a:gd name="connsiteX0" fmla="*/ 839552 w 1167239"/>
              <a:gd name="connsiteY0" fmla="*/ 189056 h 517298"/>
              <a:gd name="connsiteX1" fmla="*/ 855602 w 1167239"/>
              <a:gd name="connsiteY1" fmla="*/ 195704 h 517298"/>
              <a:gd name="connsiteX2" fmla="*/ 984236 w 1167239"/>
              <a:gd name="connsiteY2" fmla="*/ 324337 h 517298"/>
              <a:gd name="connsiteX3" fmla="*/ 984236 w 1167239"/>
              <a:gd name="connsiteY3" fmla="*/ 356438 h 517298"/>
              <a:gd name="connsiteX4" fmla="*/ 855602 w 1167239"/>
              <a:gd name="connsiteY4" fmla="*/ 485072 h 517298"/>
              <a:gd name="connsiteX5" fmla="*/ 823501 w 1167239"/>
              <a:gd name="connsiteY5" fmla="*/ 485072 h 517298"/>
              <a:gd name="connsiteX6" fmla="*/ 694868 w 1167239"/>
              <a:gd name="connsiteY6" fmla="*/ 356438 h 517298"/>
              <a:gd name="connsiteX7" fmla="*/ 694868 w 1167239"/>
              <a:gd name="connsiteY7" fmla="*/ 324336 h 517298"/>
              <a:gd name="connsiteX8" fmla="*/ 823501 w 1167239"/>
              <a:gd name="connsiteY8" fmla="*/ 195704 h 517298"/>
              <a:gd name="connsiteX9" fmla="*/ 839552 w 1167239"/>
              <a:gd name="connsiteY9" fmla="*/ 189056 h 517298"/>
              <a:gd name="connsiteX10" fmla="*/ 792602 w 1167239"/>
              <a:gd name="connsiteY10" fmla="*/ 0 h 517298"/>
              <a:gd name="connsiteX11" fmla="*/ 1167239 w 1167239"/>
              <a:gd name="connsiteY11" fmla="*/ 0 h 517298"/>
              <a:gd name="connsiteX12" fmla="*/ 1167239 w 1167239"/>
              <a:gd name="connsiteY12" fmla="*/ 40732 h 517298"/>
              <a:gd name="connsiteX13" fmla="*/ 1035929 w 1167239"/>
              <a:gd name="connsiteY13" fmla="*/ 172042 h 517298"/>
              <a:gd name="connsiteX14" fmla="*/ 964644 w 1167239"/>
              <a:gd name="connsiteY14" fmla="*/ 172042 h 517298"/>
              <a:gd name="connsiteX15" fmla="*/ 160371 w 1167239"/>
              <a:gd name="connsiteY15" fmla="*/ 0 h 517298"/>
              <a:gd name="connsiteX16" fmla="*/ 511724 w 1167239"/>
              <a:gd name="connsiteY16" fmla="*/ 0 h 517298"/>
              <a:gd name="connsiteX17" fmla="*/ 657332 w 1167239"/>
              <a:gd name="connsiteY17" fmla="*/ 145608 h 517298"/>
              <a:gd name="connsiteX18" fmla="*/ 657332 w 1167239"/>
              <a:gd name="connsiteY18" fmla="*/ 216893 h 517298"/>
              <a:gd name="connsiteX19" fmla="*/ 371690 w 1167239"/>
              <a:gd name="connsiteY19" fmla="*/ 502535 h 517298"/>
              <a:gd name="connsiteX20" fmla="*/ 300405 w 1167239"/>
              <a:gd name="connsiteY20" fmla="*/ 502535 h 517298"/>
              <a:gd name="connsiteX21" fmla="*/ 14763 w 1167239"/>
              <a:gd name="connsiteY21" fmla="*/ 216893 h 517298"/>
              <a:gd name="connsiteX22" fmla="*/ 14763 w 1167239"/>
              <a:gd name="connsiteY22" fmla="*/ 145608 h 517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7239" h="517298">
                <a:moveTo>
                  <a:pt x="839552" y="189056"/>
                </a:moveTo>
                <a:cubicBezTo>
                  <a:pt x="845361" y="189055"/>
                  <a:pt x="851170" y="191272"/>
                  <a:pt x="855602" y="195704"/>
                </a:cubicBezTo>
                <a:lnTo>
                  <a:pt x="984236" y="324337"/>
                </a:lnTo>
                <a:cubicBezTo>
                  <a:pt x="993100" y="333201"/>
                  <a:pt x="993100" y="347574"/>
                  <a:pt x="984236" y="356438"/>
                </a:cubicBezTo>
                <a:lnTo>
                  <a:pt x="855602" y="485072"/>
                </a:lnTo>
                <a:cubicBezTo>
                  <a:pt x="846738" y="493936"/>
                  <a:pt x="832365" y="493936"/>
                  <a:pt x="823501" y="485072"/>
                </a:cubicBezTo>
                <a:lnTo>
                  <a:pt x="694868" y="356438"/>
                </a:lnTo>
                <a:cubicBezTo>
                  <a:pt x="686003" y="347574"/>
                  <a:pt x="686003" y="333201"/>
                  <a:pt x="694868" y="324336"/>
                </a:cubicBezTo>
                <a:lnTo>
                  <a:pt x="823501" y="195704"/>
                </a:lnTo>
                <a:cubicBezTo>
                  <a:pt x="827933" y="191272"/>
                  <a:pt x="833743" y="189056"/>
                  <a:pt x="839552" y="189056"/>
                </a:cubicBezTo>
                <a:close/>
                <a:moveTo>
                  <a:pt x="792602" y="0"/>
                </a:moveTo>
                <a:lnTo>
                  <a:pt x="1167239" y="0"/>
                </a:lnTo>
                <a:lnTo>
                  <a:pt x="1167239" y="40732"/>
                </a:lnTo>
                <a:lnTo>
                  <a:pt x="1035929" y="172042"/>
                </a:lnTo>
                <a:cubicBezTo>
                  <a:pt x="1016244" y="191727"/>
                  <a:pt x="984329" y="191726"/>
                  <a:pt x="964644" y="172042"/>
                </a:cubicBezTo>
                <a:close/>
                <a:moveTo>
                  <a:pt x="160371" y="0"/>
                </a:moveTo>
                <a:lnTo>
                  <a:pt x="511724" y="0"/>
                </a:lnTo>
                <a:lnTo>
                  <a:pt x="657332" y="145608"/>
                </a:lnTo>
                <a:cubicBezTo>
                  <a:pt x="677017" y="165292"/>
                  <a:pt x="677017" y="197209"/>
                  <a:pt x="657332" y="216893"/>
                </a:cubicBezTo>
                <a:lnTo>
                  <a:pt x="371690" y="502535"/>
                </a:lnTo>
                <a:cubicBezTo>
                  <a:pt x="352006" y="522220"/>
                  <a:pt x="320090" y="522220"/>
                  <a:pt x="300405" y="502535"/>
                </a:cubicBezTo>
                <a:lnTo>
                  <a:pt x="14763" y="216893"/>
                </a:lnTo>
                <a:cubicBezTo>
                  <a:pt x="-4921" y="197209"/>
                  <a:pt x="-4921" y="165292"/>
                  <a:pt x="14763" y="1456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  <p:tag name="KSO_WM_CHIP_GROUPID" val="629425eedb924c3ee3991e4a"/>
  <p:tag name="KSO_WM_CHIP_XID" val="629d66167459d9b06302c4d9"/>
  <p:tag name="KSO_WM_UNIT_DEC_AREA_ID" val="6aefbd0abbcb459281c74d191896cdc0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f0267b215eb4d5aa9d87c889636c284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  <p:tag name="KSO_WM_CHIP_GROUPID" val="629425eedb924c3ee3991e4a"/>
  <p:tag name="KSO_WM_CHIP_XID" val="629d66167459d9b06302c11c"/>
  <p:tag name="KSO_WM_UNIT_DEC_AREA_ID" val="88e1e43502c94c699f12a58b27ba7229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30600b1e6f4b85aa2fb567ab3facba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75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TYPE" val="i"/>
  <p:tag name="KSO_WM_UNIT_INDEX" val="2"/>
  <p:tag name="KSO_WM_UNIT_ID" val="_4*i*2"/>
  <p:tag name="KSO_WM_BEAUTIFY_FLAG" val="#wm#"/>
  <p:tag name="KSO_WM_TAG_VERSION" val="3.0"/>
  <p:tag name="KSO_WM_CHIP_GROUPID" val="629425eedb924c3ee3991e4a"/>
  <p:tag name="KSO_WM_CHIP_XID" val="629d66167459d9b06302c34d"/>
  <p:tag name="KSO_WM_UNIT_DEC_AREA_ID" val="556abc1500e14952adae91ff4858c4f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718caee4cdb458181e4164d62f83875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CHIP_GROUPID" val="629425eedb924c3ee3991e4a"/>
  <p:tag name="KSO_WM_CHIP_XID" val="629d66167459d9b06302c29b"/>
  <p:tag name="KSO_WM_UNIT_DEC_AREA_ID" val="339e2691531e4a5d99ae69ee702f223c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03bf65fa25e4580ada27212af923e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1587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1587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587"/>
  <p:tag name="KSO_WM_TEMPLATE_THUMBS_INDEX" val="1、9"/>
</p:tagLst>
</file>

<file path=ppt/theme/theme1.xml><?xml version="1.0" encoding="utf-8"?>
<a:theme xmlns:a="http://schemas.openxmlformats.org/drawingml/2006/main" name="Office 主题​​">
  <a:themeElements>
    <a:clrScheme name="自定义 31">
      <a:dk1>
        <a:srgbClr val="000000"/>
      </a:dk1>
      <a:lt1>
        <a:srgbClr val="FFFFFF"/>
      </a:lt1>
      <a:dk2>
        <a:srgbClr val="00071A"/>
      </a:dk2>
      <a:lt2>
        <a:srgbClr val="FFFFFF"/>
      </a:lt2>
      <a:accent1>
        <a:srgbClr val="BC5858"/>
      </a:accent1>
      <a:accent2>
        <a:srgbClr val="B83A3A"/>
      </a:accent2>
      <a:accent3>
        <a:srgbClr val="BA8080"/>
      </a:accent3>
      <a:accent4>
        <a:srgbClr val="C51919"/>
      </a:accent4>
      <a:accent5>
        <a:srgbClr val="7C5050"/>
      </a:accent5>
      <a:accent6>
        <a:srgbClr val="8B5B5B"/>
      </a:accent6>
      <a:hlink>
        <a:srgbClr val="304FFE"/>
      </a:hlink>
      <a:folHlink>
        <a:srgbClr val="492067"/>
      </a:folHlink>
    </a:clrScheme>
    <a:fontScheme name="自定义 129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7" baseType="lpstr">
      <vt:lpstr>Arial</vt:lpstr>
      <vt:lpstr>宋体</vt:lpstr>
      <vt:lpstr>Wingdings</vt:lpstr>
      <vt:lpstr>汉仪雅酷黑简</vt:lpstr>
      <vt:lpstr>汉仪中黑KW</vt:lpstr>
      <vt:lpstr>汉仪旗黑-90S</vt:lpstr>
      <vt:lpstr>汉仪粗简黑简</vt:lpstr>
      <vt:lpstr>微软雅黑</vt:lpstr>
      <vt:lpstr>汉仪旗黑</vt:lpstr>
      <vt:lpstr>微软雅黑</vt:lpstr>
      <vt:lpstr>宋体</vt:lpstr>
      <vt:lpstr>Arial Unicode MS</vt:lpstr>
      <vt:lpstr>苹方-简</vt:lpstr>
      <vt:lpstr>汉仪旗黑-90S</vt:lpstr>
      <vt:lpstr>汉仪雅酷黑简</vt:lpstr>
      <vt:lpstr>汉仪书宋二KW</vt:lpstr>
      <vt:lpstr>Office 主题​​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大闸蟹</cp:lastModifiedBy>
  <cp:revision>165</cp:revision>
  <dcterms:created xsi:type="dcterms:W3CDTF">2026-01-07T18:58:53Z</dcterms:created>
  <dcterms:modified xsi:type="dcterms:W3CDTF">2026-01-07T18:58:53Z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0B789CB9D66C1DA24C9F5E694D0580AF_41</vt:lpwstr>
  </property>
</Properties>
</file>