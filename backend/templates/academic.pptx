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 flipH="1">
            <a:off x="8610600" y="1253806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: 圆顶角 13"/>
          <p:cNvSpPr/>
          <p:nvPr userDrawn="1">
            <p:custDataLst>
              <p:tags r:id="rId4"/>
            </p:custDataLst>
          </p:nvPr>
        </p:nvSpPr>
        <p:spPr>
          <a:xfrm rot="8100000" flipH="1">
            <a:off x="1561337" y="2210865"/>
            <a:ext cx="2029437" cy="383041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12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4518584" y="1886033"/>
            <a:ext cx="6724805" cy="876899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defRPr kumimoji="0" lang="zh-CN" altLang="en-US" sz="22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4200965" y="2887128"/>
            <a:ext cx="7100480" cy="124684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7200" b="1" i="0" u="none" strike="noStrike" kern="1200" cap="none" spc="30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此处编辑标题</a:t>
            </a:r>
            <a:endParaRPr dirty="0">
              <a:sym typeface="+mn-ea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: 圆顶角 12"/>
          <p:cNvSpPr/>
          <p:nvPr userDrawn="1">
            <p:custDataLst>
              <p:tags r:id="rId8"/>
            </p:custDataLst>
          </p:nvPr>
        </p:nvSpPr>
        <p:spPr>
          <a:xfrm rot="18900000" flipH="1">
            <a:off x="1864646" y="998280"/>
            <a:ext cx="2029437" cy="377769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标题"/>
          <p:cNvSpPr txBox="1">
            <a:spLocks noGrp="1"/>
          </p:cNvSpPr>
          <p:nvPr>
            <p:ph type="title" idx="2" hasCustomPrompt="1"/>
            <p:custDataLst>
              <p:tags r:id="rId3"/>
            </p:custDataLst>
          </p:nvPr>
        </p:nvSpPr>
        <p:spPr>
          <a:xfrm>
            <a:off x="4176395" y="3316586"/>
            <a:ext cx="6257925" cy="16452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单击编辑标题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399681" y="1979230"/>
            <a:ext cx="4034659" cy="115189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8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9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391953" y="2821599"/>
            <a:ext cx="779487" cy="12148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1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635" y="3260090"/>
            <a:ext cx="3695065" cy="3597910"/>
          </a:xfrm>
          <a:custGeom>
            <a:avLst/>
            <a:gdLst>
              <a:gd name="connsiteX0" fmla="*/ 736674 w 3699837"/>
              <a:gd name="connsiteY0" fmla="*/ 1 h 3598032"/>
              <a:gd name="connsiteX1" fmla="*/ 1521677 w 3699837"/>
              <a:gd name="connsiteY1" fmla="*/ 325103 h 3598032"/>
              <a:gd name="connsiteX2" fmla="*/ 3699837 w 3699837"/>
              <a:gd name="connsiteY2" fmla="*/ 2503264 h 3598032"/>
              <a:gd name="connsiteX3" fmla="*/ 2605068 w 3699837"/>
              <a:gd name="connsiteY3" fmla="*/ 3598032 h 3598032"/>
              <a:gd name="connsiteX4" fmla="*/ 1654210 w 3699837"/>
              <a:gd name="connsiteY4" fmla="*/ 3598032 h 3598032"/>
              <a:gd name="connsiteX5" fmla="*/ 0 w 3699837"/>
              <a:gd name="connsiteY5" fmla="*/ 1943822 h 3598032"/>
              <a:gd name="connsiteX6" fmla="*/ 144 w 3699837"/>
              <a:gd name="connsiteY6" fmla="*/ 281376 h 3598032"/>
              <a:gd name="connsiteX7" fmla="*/ 35939 w 3699837"/>
              <a:gd name="connsiteY7" fmla="*/ 249020 h 3598032"/>
              <a:gd name="connsiteX8" fmla="*/ 736674 w 3699837"/>
              <a:gd name="connsiteY8" fmla="*/ 1 h 35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9837" h="3598032">
                <a:moveTo>
                  <a:pt x="736674" y="1"/>
                </a:moveTo>
                <a:cubicBezTo>
                  <a:pt x="1020799" y="-24"/>
                  <a:pt x="1304915" y="108342"/>
                  <a:pt x="1521677" y="325103"/>
                </a:cubicBezTo>
                <a:lnTo>
                  <a:pt x="3699837" y="2503264"/>
                </a:lnTo>
                <a:lnTo>
                  <a:pt x="2605068" y="3598032"/>
                </a:lnTo>
                <a:lnTo>
                  <a:pt x="1654210" y="3598032"/>
                </a:lnTo>
                <a:lnTo>
                  <a:pt x="0" y="1943822"/>
                </a:lnTo>
                <a:lnTo>
                  <a:pt x="144" y="281376"/>
                </a:lnTo>
                <a:lnTo>
                  <a:pt x="35939" y="249020"/>
                </a:lnTo>
                <a:cubicBezTo>
                  <a:pt x="239448" y="83031"/>
                  <a:pt x="488064" y="22"/>
                  <a:pt x="736674" y="1"/>
                </a:cubicBez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  <a:lumMod val="2000"/>
                  <a:lumOff val="98000"/>
                </a:schemeClr>
              </a:gs>
              <a:gs pos="0">
                <a:schemeClr val="accent1">
                  <a:lumMod val="3000"/>
                  <a:lumOff val="97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8"/>
            </p:custDataLst>
          </p:nvPr>
        </p:nvSpPr>
        <p:spPr>
          <a:xfrm>
            <a:off x="0" y="4176395"/>
            <a:ext cx="2851785" cy="2681605"/>
          </a:xfrm>
          <a:custGeom>
            <a:avLst/>
            <a:gdLst>
              <a:gd name="connsiteX0" fmla="*/ 406010 w 2844974"/>
              <a:gd name="connsiteY0" fmla="*/ 0 h 2696845"/>
              <a:gd name="connsiteX1" fmla="*/ 2543439 w 2844974"/>
              <a:gd name="connsiteY1" fmla="*/ 2137429 h 2696845"/>
              <a:gd name="connsiteX2" fmla="*/ 2822872 w 2844974"/>
              <a:gd name="connsiteY2" fmla="*/ 2606335 h 2696845"/>
              <a:gd name="connsiteX3" fmla="*/ 2844974 w 2844974"/>
              <a:gd name="connsiteY3" fmla="*/ 2696845 h 2696845"/>
              <a:gd name="connsiteX4" fmla="*/ 78 w 2844974"/>
              <a:gd name="connsiteY4" fmla="*/ 2696747 h 2696845"/>
              <a:gd name="connsiteX5" fmla="*/ 0 w 2844974"/>
              <a:gd name="connsiteY5" fmla="*/ 406010 h 2696845"/>
              <a:gd name="connsiteX6" fmla="*/ 406010 w 2844974"/>
              <a:gd name="connsiteY6" fmla="*/ 0 h 26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4974" h="2696845">
                <a:moveTo>
                  <a:pt x="406010" y="0"/>
                </a:moveTo>
                <a:lnTo>
                  <a:pt x="2543439" y="2137429"/>
                </a:lnTo>
                <a:cubicBezTo>
                  <a:pt x="2678919" y="2272909"/>
                  <a:pt x="2772063" y="2434691"/>
                  <a:pt x="2822872" y="2606335"/>
                </a:cubicBezTo>
                <a:lnTo>
                  <a:pt x="2844974" y="2696845"/>
                </a:lnTo>
                <a:lnTo>
                  <a:pt x="78" y="2696747"/>
                </a:lnTo>
                <a:lnTo>
                  <a:pt x="0" y="406010"/>
                </a:lnTo>
                <a:lnTo>
                  <a:pt x="40601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9" name="标题"/>
          <p:cNvSpPr txBox="1">
            <a:spLocks noGrp="1"/>
          </p:cNvSpPr>
          <p:nvPr>
            <p:ph type="title" idx="6" hasCustomPrompt="1"/>
            <p:custDataLst>
              <p:tags r:id="rId9"/>
            </p:custDataLst>
          </p:nvPr>
        </p:nvSpPr>
        <p:spPr>
          <a:xfrm>
            <a:off x="837565" y="2005330"/>
            <a:ext cx="5723255" cy="13836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</a:t>
            </a:r>
            <a:br>
              <a:rPr dirty="0">
                <a:sym typeface="+mn-ea"/>
              </a:rPr>
            </a:br>
            <a:r>
              <a:rPr dirty="0">
                <a:sym typeface="+mn-ea"/>
              </a:rPr>
              <a:t>编辑标题样式</a:t>
            </a:r>
            <a:endParaRPr dirty="0">
              <a:sym typeface="+mn-ea"/>
            </a:endParaRPr>
          </a:p>
        </p:txBody>
      </p:sp>
      <p:sp>
        <p:nvSpPr>
          <p:cNvPr id="2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837565" y="4244627"/>
            <a:ext cx="2670175" cy="5743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9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3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3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titlestyle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031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1"/>
  <p:tag name="KSO_WM_TEMPLATE_THUMBS_INDEX" val="1、9"/>
</p:tagLst>
</file>

<file path=ppt/theme/theme1.xml><?xml version="1.0" encoding="utf-8"?>
<a:theme xmlns:a="http://schemas.openxmlformats.org/drawingml/2006/main" name="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3" baseType="lpstr">
      <vt:lpstr>Arial</vt:lpstr>
      <vt:lpstr>宋体</vt:lpstr>
      <vt:lpstr>Wingdings</vt:lpstr>
      <vt:lpstr>MiSans</vt:lpstr>
      <vt:lpstr>苹方-简</vt:lpstr>
      <vt:lpstr>微软雅黑</vt:lpstr>
      <vt:lpstr>汉仪旗黑</vt:lpstr>
      <vt:lpstr>微软雅黑</vt:lpstr>
      <vt:lpstr>宋体</vt:lpstr>
      <vt:lpstr>Arial Unicode MS</vt:lpstr>
      <vt:lpstr>MiSans</vt:lpstr>
      <vt:lpstr>汉仪书宋二KW</vt:lpstr>
      <vt:lpstr>渐变胶囊简约风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大闸蟹</cp:lastModifiedBy>
  <cp:revision>165</cp:revision>
  <dcterms:created xsi:type="dcterms:W3CDTF">2026-01-07T18:58:28Z</dcterms:created>
  <dcterms:modified xsi:type="dcterms:W3CDTF">2026-01-07T18:58:28Z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1114CCC90D879708DCA05E698B822786_41</vt:lpwstr>
  </property>
</Properties>
</file>