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9" Type="http://schemas.openxmlformats.org/officeDocument/2006/relationships/tags" Target="../tags/tag87.xml"/><Relationship Id="rId98" Type="http://schemas.openxmlformats.org/officeDocument/2006/relationships/tags" Target="../tags/tag86.xml"/><Relationship Id="rId97" Type="http://schemas.openxmlformats.org/officeDocument/2006/relationships/tags" Target="../tags/tag85.xml"/><Relationship Id="rId96" Type="http://schemas.openxmlformats.org/officeDocument/2006/relationships/tags" Target="../tags/tag84.xml"/><Relationship Id="rId95" Type="http://schemas.openxmlformats.org/officeDocument/2006/relationships/tags" Target="../tags/tag83.xml"/><Relationship Id="rId94" Type="http://schemas.openxmlformats.org/officeDocument/2006/relationships/tags" Target="../tags/tag82.xml"/><Relationship Id="rId93" Type="http://schemas.openxmlformats.org/officeDocument/2006/relationships/tags" Target="../tags/tag81.xml"/><Relationship Id="rId92" Type="http://schemas.openxmlformats.org/officeDocument/2006/relationships/tags" Target="../tags/tag80.xml"/><Relationship Id="rId91" Type="http://schemas.openxmlformats.org/officeDocument/2006/relationships/tags" Target="../tags/tag79.xml"/><Relationship Id="rId90" Type="http://schemas.openxmlformats.org/officeDocument/2006/relationships/tags" Target="../tags/tag78.xml"/><Relationship Id="rId9" Type="http://schemas.openxmlformats.org/officeDocument/2006/relationships/image" Target="../media/image2.png"/><Relationship Id="rId89" Type="http://schemas.openxmlformats.org/officeDocument/2006/relationships/tags" Target="../tags/tag77.xml"/><Relationship Id="rId88" Type="http://schemas.openxmlformats.org/officeDocument/2006/relationships/tags" Target="../tags/tag76.xml"/><Relationship Id="rId87" Type="http://schemas.openxmlformats.org/officeDocument/2006/relationships/tags" Target="../tags/tag75.xml"/><Relationship Id="rId86" Type="http://schemas.openxmlformats.org/officeDocument/2006/relationships/tags" Target="../tags/tag74.xml"/><Relationship Id="rId85" Type="http://schemas.openxmlformats.org/officeDocument/2006/relationships/tags" Target="../tags/tag73.xml"/><Relationship Id="rId84" Type="http://schemas.openxmlformats.org/officeDocument/2006/relationships/tags" Target="../tags/tag72.xml"/><Relationship Id="rId83" Type="http://schemas.openxmlformats.org/officeDocument/2006/relationships/tags" Target="../tags/tag71.xml"/><Relationship Id="rId82" Type="http://schemas.openxmlformats.org/officeDocument/2006/relationships/tags" Target="../tags/tag70.xml"/><Relationship Id="rId81" Type="http://schemas.openxmlformats.org/officeDocument/2006/relationships/tags" Target="../tags/tag69.xml"/><Relationship Id="rId80" Type="http://schemas.openxmlformats.org/officeDocument/2006/relationships/tags" Target="../tags/tag68.xml"/><Relationship Id="rId8" Type="http://schemas.openxmlformats.org/officeDocument/2006/relationships/tags" Target="../tags/tag6.xml"/><Relationship Id="rId79" Type="http://schemas.openxmlformats.org/officeDocument/2006/relationships/tags" Target="../tags/tag67.xml"/><Relationship Id="rId78" Type="http://schemas.openxmlformats.org/officeDocument/2006/relationships/tags" Target="../tags/tag66.xml"/><Relationship Id="rId77" Type="http://schemas.openxmlformats.org/officeDocument/2006/relationships/tags" Target="../tags/tag65.xml"/><Relationship Id="rId76" Type="http://schemas.openxmlformats.org/officeDocument/2006/relationships/tags" Target="../tags/tag64.xml"/><Relationship Id="rId75" Type="http://schemas.openxmlformats.org/officeDocument/2006/relationships/tags" Target="../tags/tag63.xml"/><Relationship Id="rId74" Type="http://schemas.openxmlformats.org/officeDocument/2006/relationships/tags" Target="../tags/tag62.xml"/><Relationship Id="rId73" Type="http://schemas.openxmlformats.org/officeDocument/2006/relationships/tags" Target="../tags/tag61.xml"/><Relationship Id="rId72" Type="http://schemas.openxmlformats.org/officeDocument/2006/relationships/tags" Target="../tags/tag60.xml"/><Relationship Id="rId71" Type="http://schemas.openxmlformats.org/officeDocument/2006/relationships/tags" Target="../tags/tag59.xml"/><Relationship Id="rId70" Type="http://schemas.openxmlformats.org/officeDocument/2006/relationships/tags" Target="../tags/tag58.xml"/><Relationship Id="rId7" Type="http://schemas.openxmlformats.org/officeDocument/2006/relationships/tags" Target="../tags/tag5.xml"/><Relationship Id="rId69" Type="http://schemas.openxmlformats.org/officeDocument/2006/relationships/tags" Target="../tags/tag57.xml"/><Relationship Id="rId68" Type="http://schemas.openxmlformats.org/officeDocument/2006/relationships/tags" Target="../tags/tag56.xml"/><Relationship Id="rId67" Type="http://schemas.openxmlformats.org/officeDocument/2006/relationships/tags" Target="../tags/tag55.xml"/><Relationship Id="rId66" Type="http://schemas.openxmlformats.org/officeDocument/2006/relationships/tags" Target="../tags/tag54.xml"/><Relationship Id="rId65" Type="http://schemas.openxmlformats.org/officeDocument/2006/relationships/tags" Target="../tags/tag53.xml"/><Relationship Id="rId64" Type="http://schemas.openxmlformats.org/officeDocument/2006/relationships/tags" Target="../tags/tag52.xml"/><Relationship Id="rId63" Type="http://schemas.openxmlformats.org/officeDocument/2006/relationships/tags" Target="../tags/tag51.xml"/><Relationship Id="rId62" Type="http://schemas.openxmlformats.org/officeDocument/2006/relationships/tags" Target="../tags/tag50.xml"/><Relationship Id="rId61" Type="http://schemas.openxmlformats.org/officeDocument/2006/relationships/tags" Target="../tags/tag49.xml"/><Relationship Id="rId60" Type="http://schemas.openxmlformats.org/officeDocument/2006/relationships/tags" Target="../tags/tag48.xml"/><Relationship Id="rId6" Type="http://schemas.openxmlformats.org/officeDocument/2006/relationships/tags" Target="../tags/tag4.xml"/><Relationship Id="rId59" Type="http://schemas.openxmlformats.org/officeDocument/2006/relationships/tags" Target="../tags/tag47.xml"/><Relationship Id="rId58" Type="http://schemas.openxmlformats.org/officeDocument/2006/relationships/tags" Target="../tags/tag46.xml"/><Relationship Id="rId57" Type="http://schemas.openxmlformats.org/officeDocument/2006/relationships/tags" Target="../tags/tag45.xml"/><Relationship Id="rId56" Type="http://schemas.openxmlformats.org/officeDocument/2006/relationships/tags" Target="../tags/tag44.xml"/><Relationship Id="rId55" Type="http://schemas.openxmlformats.org/officeDocument/2006/relationships/tags" Target="../tags/tag43.xml"/><Relationship Id="rId54" Type="http://schemas.openxmlformats.org/officeDocument/2006/relationships/tags" Target="../tags/tag42.xml"/><Relationship Id="rId53" Type="http://schemas.openxmlformats.org/officeDocument/2006/relationships/tags" Target="../tags/tag41.xml"/><Relationship Id="rId52" Type="http://schemas.openxmlformats.org/officeDocument/2006/relationships/tags" Target="../tags/tag40.xml"/><Relationship Id="rId51" Type="http://schemas.openxmlformats.org/officeDocument/2006/relationships/tags" Target="../tags/tag39.xml"/><Relationship Id="rId50" Type="http://schemas.openxmlformats.org/officeDocument/2006/relationships/tags" Target="../tags/tag38.xml"/><Relationship Id="rId5" Type="http://schemas.openxmlformats.org/officeDocument/2006/relationships/tags" Target="../tags/tag3.xml"/><Relationship Id="rId49" Type="http://schemas.openxmlformats.org/officeDocument/2006/relationships/tags" Target="../tags/tag37.xml"/><Relationship Id="rId48" Type="http://schemas.openxmlformats.org/officeDocument/2006/relationships/tags" Target="../tags/tag36.xml"/><Relationship Id="rId47" Type="http://schemas.openxmlformats.org/officeDocument/2006/relationships/tags" Target="../tags/tag35.xml"/><Relationship Id="rId46" Type="http://schemas.openxmlformats.org/officeDocument/2006/relationships/tags" Target="../tags/tag34.xml"/><Relationship Id="rId45" Type="http://schemas.openxmlformats.org/officeDocument/2006/relationships/tags" Target="../tags/tag33.xml"/><Relationship Id="rId44" Type="http://schemas.openxmlformats.org/officeDocument/2006/relationships/tags" Target="../tags/tag32.xml"/><Relationship Id="rId43" Type="http://schemas.openxmlformats.org/officeDocument/2006/relationships/tags" Target="../tags/tag31.xml"/><Relationship Id="rId42" Type="http://schemas.openxmlformats.org/officeDocument/2006/relationships/tags" Target="../tags/tag30.xml"/><Relationship Id="rId41" Type="http://schemas.openxmlformats.org/officeDocument/2006/relationships/tags" Target="../tags/tag29.xml"/><Relationship Id="rId40" Type="http://schemas.openxmlformats.org/officeDocument/2006/relationships/tags" Target="../tags/tag28.xml"/><Relationship Id="rId4" Type="http://schemas.openxmlformats.org/officeDocument/2006/relationships/image" Target="../media/image1.png"/><Relationship Id="rId39" Type="http://schemas.openxmlformats.org/officeDocument/2006/relationships/tags" Target="../tags/tag27.xml"/><Relationship Id="rId38" Type="http://schemas.openxmlformats.org/officeDocument/2006/relationships/tags" Target="../tags/tag26.xml"/><Relationship Id="rId37" Type="http://schemas.openxmlformats.org/officeDocument/2006/relationships/tags" Target="../tags/tag25.xml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tags" Target="../tags/tag2.xml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tags" Target="../tags/tag14.xml"/><Relationship Id="rId25" Type="http://schemas.openxmlformats.org/officeDocument/2006/relationships/tags" Target="../tags/tag13.xml"/><Relationship Id="rId24" Type="http://schemas.openxmlformats.org/officeDocument/2006/relationships/tags" Target="../tags/tag12.xml"/><Relationship Id="rId23" Type="http://schemas.openxmlformats.org/officeDocument/2006/relationships/tags" Target="../tags/tag11.xml"/><Relationship Id="rId22" Type="http://schemas.openxmlformats.org/officeDocument/2006/relationships/image" Target="../media/image11.svg"/><Relationship Id="rId21" Type="http://schemas.openxmlformats.org/officeDocument/2006/relationships/image" Target="../media/image10.png"/><Relationship Id="rId20" Type="http://schemas.openxmlformats.org/officeDocument/2006/relationships/tags" Target="../tags/tag10.xml"/><Relationship Id="rId2" Type="http://schemas.openxmlformats.org/officeDocument/2006/relationships/tags" Target="../tags/tag1.xml"/><Relationship Id="rId196" Type="http://schemas.openxmlformats.org/officeDocument/2006/relationships/tags" Target="../tags/tag178.xml"/><Relationship Id="rId195" Type="http://schemas.openxmlformats.org/officeDocument/2006/relationships/image" Target="../media/image17.svg"/><Relationship Id="rId194" Type="http://schemas.openxmlformats.org/officeDocument/2006/relationships/image" Target="../media/image16.png"/><Relationship Id="rId193" Type="http://schemas.openxmlformats.org/officeDocument/2006/relationships/tags" Target="../tags/tag177.xml"/><Relationship Id="rId192" Type="http://schemas.openxmlformats.org/officeDocument/2006/relationships/image" Target="../media/image15.svg"/><Relationship Id="rId191" Type="http://schemas.openxmlformats.org/officeDocument/2006/relationships/image" Target="../media/image14.png"/><Relationship Id="rId190" Type="http://schemas.openxmlformats.org/officeDocument/2006/relationships/tags" Target="../tags/tag176.xml"/><Relationship Id="rId19" Type="http://schemas.openxmlformats.org/officeDocument/2006/relationships/image" Target="../media/image9.svg"/><Relationship Id="rId189" Type="http://schemas.openxmlformats.org/officeDocument/2006/relationships/image" Target="../media/image13.svg"/><Relationship Id="rId188" Type="http://schemas.openxmlformats.org/officeDocument/2006/relationships/image" Target="../media/image12.png"/><Relationship Id="rId187" Type="http://schemas.openxmlformats.org/officeDocument/2006/relationships/tags" Target="../tags/tag175.xml"/><Relationship Id="rId186" Type="http://schemas.openxmlformats.org/officeDocument/2006/relationships/tags" Target="../tags/tag174.xml"/><Relationship Id="rId185" Type="http://schemas.openxmlformats.org/officeDocument/2006/relationships/tags" Target="../tags/tag173.xml"/><Relationship Id="rId184" Type="http://schemas.openxmlformats.org/officeDocument/2006/relationships/tags" Target="../tags/tag172.xml"/><Relationship Id="rId183" Type="http://schemas.openxmlformats.org/officeDocument/2006/relationships/tags" Target="../tags/tag171.xml"/><Relationship Id="rId182" Type="http://schemas.openxmlformats.org/officeDocument/2006/relationships/tags" Target="../tags/tag170.xml"/><Relationship Id="rId181" Type="http://schemas.openxmlformats.org/officeDocument/2006/relationships/tags" Target="../tags/tag169.xml"/><Relationship Id="rId180" Type="http://schemas.openxmlformats.org/officeDocument/2006/relationships/tags" Target="../tags/tag168.xml"/><Relationship Id="rId18" Type="http://schemas.openxmlformats.org/officeDocument/2006/relationships/image" Target="../media/image8.png"/><Relationship Id="rId179" Type="http://schemas.openxmlformats.org/officeDocument/2006/relationships/tags" Target="../tags/tag167.xml"/><Relationship Id="rId178" Type="http://schemas.openxmlformats.org/officeDocument/2006/relationships/tags" Target="../tags/tag166.xml"/><Relationship Id="rId177" Type="http://schemas.openxmlformats.org/officeDocument/2006/relationships/tags" Target="../tags/tag165.xml"/><Relationship Id="rId176" Type="http://schemas.openxmlformats.org/officeDocument/2006/relationships/tags" Target="../tags/tag164.xml"/><Relationship Id="rId175" Type="http://schemas.openxmlformats.org/officeDocument/2006/relationships/tags" Target="../tags/tag163.xml"/><Relationship Id="rId174" Type="http://schemas.openxmlformats.org/officeDocument/2006/relationships/tags" Target="../tags/tag162.xml"/><Relationship Id="rId173" Type="http://schemas.openxmlformats.org/officeDocument/2006/relationships/tags" Target="../tags/tag161.xml"/><Relationship Id="rId172" Type="http://schemas.openxmlformats.org/officeDocument/2006/relationships/tags" Target="../tags/tag160.xml"/><Relationship Id="rId171" Type="http://schemas.openxmlformats.org/officeDocument/2006/relationships/tags" Target="../tags/tag159.xml"/><Relationship Id="rId170" Type="http://schemas.openxmlformats.org/officeDocument/2006/relationships/tags" Target="../tags/tag158.xml"/><Relationship Id="rId17" Type="http://schemas.openxmlformats.org/officeDocument/2006/relationships/tags" Target="../tags/tag9.xml"/><Relationship Id="rId169" Type="http://schemas.openxmlformats.org/officeDocument/2006/relationships/tags" Target="../tags/tag157.xml"/><Relationship Id="rId168" Type="http://schemas.openxmlformats.org/officeDocument/2006/relationships/tags" Target="../tags/tag156.xml"/><Relationship Id="rId167" Type="http://schemas.openxmlformats.org/officeDocument/2006/relationships/tags" Target="../tags/tag155.xml"/><Relationship Id="rId166" Type="http://schemas.openxmlformats.org/officeDocument/2006/relationships/tags" Target="../tags/tag154.xml"/><Relationship Id="rId165" Type="http://schemas.openxmlformats.org/officeDocument/2006/relationships/tags" Target="../tags/tag153.xml"/><Relationship Id="rId164" Type="http://schemas.openxmlformats.org/officeDocument/2006/relationships/tags" Target="../tags/tag152.xml"/><Relationship Id="rId163" Type="http://schemas.openxmlformats.org/officeDocument/2006/relationships/tags" Target="../tags/tag151.xml"/><Relationship Id="rId162" Type="http://schemas.openxmlformats.org/officeDocument/2006/relationships/tags" Target="../tags/tag150.xml"/><Relationship Id="rId161" Type="http://schemas.openxmlformats.org/officeDocument/2006/relationships/tags" Target="../tags/tag149.xml"/><Relationship Id="rId160" Type="http://schemas.openxmlformats.org/officeDocument/2006/relationships/tags" Target="../tags/tag148.xml"/><Relationship Id="rId16" Type="http://schemas.openxmlformats.org/officeDocument/2006/relationships/image" Target="../media/image7.svg"/><Relationship Id="rId159" Type="http://schemas.openxmlformats.org/officeDocument/2006/relationships/tags" Target="../tags/tag147.xml"/><Relationship Id="rId158" Type="http://schemas.openxmlformats.org/officeDocument/2006/relationships/tags" Target="../tags/tag146.xml"/><Relationship Id="rId157" Type="http://schemas.openxmlformats.org/officeDocument/2006/relationships/tags" Target="../tags/tag145.xml"/><Relationship Id="rId156" Type="http://schemas.openxmlformats.org/officeDocument/2006/relationships/tags" Target="../tags/tag144.xml"/><Relationship Id="rId155" Type="http://schemas.openxmlformats.org/officeDocument/2006/relationships/tags" Target="../tags/tag143.xml"/><Relationship Id="rId154" Type="http://schemas.openxmlformats.org/officeDocument/2006/relationships/tags" Target="../tags/tag142.xml"/><Relationship Id="rId153" Type="http://schemas.openxmlformats.org/officeDocument/2006/relationships/tags" Target="../tags/tag141.xml"/><Relationship Id="rId152" Type="http://schemas.openxmlformats.org/officeDocument/2006/relationships/tags" Target="../tags/tag140.xml"/><Relationship Id="rId151" Type="http://schemas.openxmlformats.org/officeDocument/2006/relationships/tags" Target="../tags/tag139.xml"/><Relationship Id="rId150" Type="http://schemas.openxmlformats.org/officeDocument/2006/relationships/tags" Target="../tags/tag138.xml"/><Relationship Id="rId15" Type="http://schemas.openxmlformats.org/officeDocument/2006/relationships/image" Target="../media/image6.png"/><Relationship Id="rId149" Type="http://schemas.openxmlformats.org/officeDocument/2006/relationships/tags" Target="../tags/tag137.xml"/><Relationship Id="rId148" Type="http://schemas.openxmlformats.org/officeDocument/2006/relationships/tags" Target="../tags/tag136.xml"/><Relationship Id="rId147" Type="http://schemas.openxmlformats.org/officeDocument/2006/relationships/tags" Target="../tags/tag135.xml"/><Relationship Id="rId146" Type="http://schemas.openxmlformats.org/officeDocument/2006/relationships/tags" Target="../tags/tag134.xml"/><Relationship Id="rId145" Type="http://schemas.openxmlformats.org/officeDocument/2006/relationships/tags" Target="../tags/tag133.xml"/><Relationship Id="rId144" Type="http://schemas.openxmlformats.org/officeDocument/2006/relationships/tags" Target="../tags/tag132.xml"/><Relationship Id="rId143" Type="http://schemas.openxmlformats.org/officeDocument/2006/relationships/tags" Target="../tags/tag131.xml"/><Relationship Id="rId142" Type="http://schemas.openxmlformats.org/officeDocument/2006/relationships/tags" Target="../tags/tag130.xml"/><Relationship Id="rId141" Type="http://schemas.openxmlformats.org/officeDocument/2006/relationships/tags" Target="../tags/tag129.xml"/><Relationship Id="rId140" Type="http://schemas.openxmlformats.org/officeDocument/2006/relationships/tags" Target="../tags/tag128.xml"/><Relationship Id="rId14" Type="http://schemas.openxmlformats.org/officeDocument/2006/relationships/tags" Target="../tags/tag8.xml"/><Relationship Id="rId139" Type="http://schemas.openxmlformats.org/officeDocument/2006/relationships/tags" Target="../tags/tag127.xml"/><Relationship Id="rId138" Type="http://schemas.openxmlformats.org/officeDocument/2006/relationships/tags" Target="../tags/tag126.xml"/><Relationship Id="rId137" Type="http://schemas.openxmlformats.org/officeDocument/2006/relationships/tags" Target="../tags/tag125.xml"/><Relationship Id="rId136" Type="http://schemas.openxmlformats.org/officeDocument/2006/relationships/tags" Target="../tags/tag124.xml"/><Relationship Id="rId135" Type="http://schemas.openxmlformats.org/officeDocument/2006/relationships/tags" Target="../tags/tag123.xml"/><Relationship Id="rId134" Type="http://schemas.openxmlformats.org/officeDocument/2006/relationships/tags" Target="../tags/tag122.xml"/><Relationship Id="rId133" Type="http://schemas.openxmlformats.org/officeDocument/2006/relationships/tags" Target="../tags/tag121.xml"/><Relationship Id="rId132" Type="http://schemas.openxmlformats.org/officeDocument/2006/relationships/tags" Target="../tags/tag120.xml"/><Relationship Id="rId131" Type="http://schemas.openxmlformats.org/officeDocument/2006/relationships/tags" Target="../tags/tag119.xml"/><Relationship Id="rId130" Type="http://schemas.openxmlformats.org/officeDocument/2006/relationships/tags" Target="../tags/tag118.xml"/><Relationship Id="rId13" Type="http://schemas.openxmlformats.org/officeDocument/2006/relationships/image" Target="../media/image5.svg"/><Relationship Id="rId129" Type="http://schemas.openxmlformats.org/officeDocument/2006/relationships/tags" Target="../tags/tag117.xml"/><Relationship Id="rId128" Type="http://schemas.openxmlformats.org/officeDocument/2006/relationships/tags" Target="../tags/tag116.xml"/><Relationship Id="rId127" Type="http://schemas.openxmlformats.org/officeDocument/2006/relationships/tags" Target="../tags/tag115.xml"/><Relationship Id="rId126" Type="http://schemas.openxmlformats.org/officeDocument/2006/relationships/tags" Target="../tags/tag114.xml"/><Relationship Id="rId125" Type="http://schemas.openxmlformats.org/officeDocument/2006/relationships/tags" Target="../tags/tag113.xml"/><Relationship Id="rId124" Type="http://schemas.openxmlformats.org/officeDocument/2006/relationships/tags" Target="../tags/tag112.xml"/><Relationship Id="rId123" Type="http://schemas.openxmlformats.org/officeDocument/2006/relationships/tags" Target="../tags/tag111.xml"/><Relationship Id="rId122" Type="http://schemas.openxmlformats.org/officeDocument/2006/relationships/tags" Target="../tags/tag110.xml"/><Relationship Id="rId121" Type="http://schemas.openxmlformats.org/officeDocument/2006/relationships/tags" Target="../tags/tag109.xml"/><Relationship Id="rId120" Type="http://schemas.openxmlformats.org/officeDocument/2006/relationships/tags" Target="../tags/tag108.xml"/><Relationship Id="rId12" Type="http://schemas.openxmlformats.org/officeDocument/2006/relationships/image" Target="../media/image4.png"/><Relationship Id="rId119" Type="http://schemas.openxmlformats.org/officeDocument/2006/relationships/tags" Target="../tags/tag107.xml"/><Relationship Id="rId118" Type="http://schemas.openxmlformats.org/officeDocument/2006/relationships/tags" Target="../tags/tag106.xml"/><Relationship Id="rId117" Type="http://schemas.openxmlformats.org/officeDocument/2006/relationships/tags" Target="../tags/tag105.xml"/><Relationship Id="rId116" Type="http://schemas.openxmlformats.org/officeDocument/2006/relationships/tags" Target="../tags/tag104.xml"/><Relationship Id="rId115" Type="http://schemas.openxmlformats.org/officeDocument/2006/relationships/tags" Target="../tags/tag103.xml"/><Relationship Id="rId114" Type="http://schemas.openxmlformats.org/officeDocument/2006/relationships/tags" Target="../tags/tag102.xml"/><Relationship Id="rId113" Type="http://schemas.openxmlformats.org/officeDocument/2006/relationships/tags" Target="../tags/tag101.xml"/><Relationship Id="rId112" Type="http://schemas.openxmlformats.org/officeDocument/2006/relationships/tags" Target="../tags/tag100.xml"/><Relationship Id="rId111" Type="http://schemas.openxmlformats.org/officeDocument/2006/relationships/tags" Target="../tags/tag99.xml"/><Relationship Id="rId110" Type="http://schemas.openxmlformats.org/officeDocument/2006/relationships/tags" Target="../tags/tag98.xml"/><Relationship Id="rId11" Type="http://schemas.openxmlformats.org/officeDocument/2006/relationships/tags" Target="../tags/tag7.xml"/><Relationship Id="rId109" Type="http://schemas.openxmlformats.org/officeDocument/2006/relationships/tags" Target="../tags/tag97.xml"/><Relationship Id="rId108" Type="http://schemas.openxmlformats.org/officeDocument/2006/relationships/tags" Target="../tags/tag96.xml"/><Relationship Id="rId107" Type="http://schemas.openxmlformats.org/officeDocument/2006/relationships/tags" Target="../tags/tag95.xml"/><Relationship Id="rId106" Type="http://schemas.openxmlformats.org/officeDocument/2006/relationships/tags" Target="../tags/tag94.xml"/><Relationship Id="rId105" Type="http://schemas.openxmlformats.org/officeDocument/2006/relationships/tags" Target="../tags/tag93.xml"/><Relationship Id="rId104" Type="http://schemas.openxmlformats.org/officeDocument/2006/relationships/tags" Target="../tags/tag92.xml"/><Relationship Id="rId103" Type="http://schemas.openxmlformats.org/officeDocument/2006/relationships/tags" Target="../tags/tag91.xml"/><Relationship Id="rId102" Type="http://schemas.openxmlformats.org/officeDocument/2006/relationships/tags" Target="../tags/tag90.xml"/><Relationship Id="rId101" Type="http://schemas.openxmlformats.org/officeDocument/2006/relationships/tags" Target="../tags/tag89.xml"/><Relationship Id="rId100" Type="http://schemas.openxmlformats.org/officeDocument/2006/relationships/tags" Target="../tags/tag88.xml"/><Relationship Id="rId10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1(1) 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855470" y="782955"/>
            <a:ext cx="8393430" cy="2292350"/>
          </a:xfrm>
        </p:spPr>
        <p:txBody>
          <a:bodyPr anchor="b" anchorCtr="0"/>
          <a:lstStyle>
            <a:lvl1pPr algn="ctr">
              <a:defRPr sz="60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</a:t>
            </a:r>
            <a:r>
              <a:rPr lang="zh-CN" altLang="en-US" dirty="0"/>
              <a:t>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882458" y="3551555"/>
            <a:ext cx="8394065" cy="2336800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40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>
                <a:sym typeface="+mn-ea"/>
              </a:rPr>
              <a:t>单击此处编辑母版</a:t>
            </a:r>
            <a:r>
              <a:rPr lang="zh-CN" altLang="en-US" dirty="0">
                <a:sym typeface="+mn-ea"/>
              </a:rPr>
              <a:t>副标题样式</a:t>
            </a:r>
            <a:endParaRPr lang="zh-CN" altLang="en-US" dirty="0">
              <a:sym typeface="+mn-ea"/>
            </a:endParaRPr>
          </a:p>
        </p:txBody>
      </p:sp>
      <p:pic>
        <p:nvPicPr>
          <p:cNvPr id="10" name="图形 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149021" flipH="1" flipV="1">
            <a:off x="10046437" y="2791609"/>
            <a:ext cx="1100508" cy="1320610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600233" flipH="1" flipV="1">
            <a:off x="8488371" y="1994298"/>
            <a:ext cx="1064547" cy="1076118"/>
          </a:xfrm>
          <a:prstGeom prst="rect">
            <a:avLst/>
          </a:prstGeom>
        </p:spPr>
      </p:pic>
      <p:pic>
        <p:nvPicPr>
          <p:cNvPr id="12" name="图形 11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316927">
            <a:off x="1109702" y="3822690"/>
            <a:ext cx="2167609" cy="1096120"/>
          </a:xfrm>
          <a:prstGeom prst="rect">
            <a:avLst/>
          </a:prstGeom>
        </p:spPr>
      </p:pic>
      <p:pic>
        <p:nvPicPr>
          <p:cNvPr id="13" name="图形 1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09882" y="4480507"/>
            <a:ext cx="1028700" cy="885825"/>
          </a:xfrm>
          <a:prstGeom prst="rect">
            <a:avLst/>
          </a:prstGeom>
        </p:spPr>
      </p:pic>
      <p:pic>
        <p:nvPicPr>
          <p:cNvPr id="14" name="图形 13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77118" y="1893888"/>
            <a:ext cx="1009650" cy="1181100"/>
          </a:xfrm>
          <a:prstGeom prst="rect">
            <a:avLst/>
          </a:prstGeom>
        </p:spPr>
      </p:pic>
      <p:grpSp>
        <p:nvGrpSpPr>
          <p:cNvPr id="15" name="图形 29"/>
          <p:cNvGrpSpPr/>
          <p:nvPr userDrawn="1">
            <p:custDataLst>
              <p:tags r:id="rId23"/>
            </p:custDataLst>
          </p:nvPr>
        </p:nvGrpSpPr>
        <p:grpSpPr>
          <a:xfrm flipH="1" flipV="1">
            <a:off x="3358736" y="5056089"/>
            <a:ext cx="407670" cy="288607"/>
            <a:chOff x="2326004" y="3940492"/>
            <a:chExt cx="407670" cy="288607"/>
          </a:xfrm>
          <a:solidFill>
            <a:schemeClr val="accent2"/>
          </a:solidFill>
        </p:grpSpPr>
        <p:sp>
          <p:nvSpPr>
            <p:cNvPr id="16" name="任意多边形: 形状 15"/>
            <p:cNvSpPr/>
            <p:nvPr>
              <p:custDataLst>
                <p:tags r:id="rId24"/>
              </p:custDataLst>
            </p:nvPr>
          </p:nvSpPr>
          <p:spPr>
            <a:xfrm>
              <a:off x="2336059" y="4227194"/>
              <a:ext cx="1270" cy="1905"/>
            </a:xfrm>
            <a:custGeom>
              <a:avLst/>
              <a:gdLst>
                <a:gd name="connsiteX0" fmla="*/ 423 w 1270"/>
                <a:gd name="connsiteY0" fmla="*/ 0 h 1905"/>
                <a:gd name="connsiteX1" fmla="*/ 423 w 1270"/>
                <a:gd name="connsiteY1" fmla="*/ 1905 h 1905"/>
                <a:gd name="connsiteX2" fmla="*/ 423 w 1270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70" h="1905">
                  <a:moveTo>
                    <a:pt x="423" y="0"/>
                  </a:moveTo>
                  <a:cubicBezTo>
                    <a:pt x="-529" y="953"/>
                    <a:pt x="423" y="953"/>
                    <a:pt x="423" y="1905"/>
                  </a:cubicBezTo>
                  <a:cubicBezTo>
                    <a:pt x="2328" y="0"/>
                    <a:pt x="423" y="0"/>
                    <a:pt x="4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" name="任意多边形: 形状 16"/>
            <p:cNvSpPr/>
            <p:nvPr>
              <p:custDataLst>
                <p:tags r:id="rId25"/>
              </p:custDataLst>
            </p:nvPr>
          </p:nvSpPr>
          <p:spPr>
            <a:xfrm>
              <a:off x="2356484" y="4209097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0 w 2857"/>
                <a:gd name="connsiteY1" fmla="*/ 2857 h 2857"/>
                <a:gd name="connsiteX2" fmla="*/ 2858 w 2857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0" y="2857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8" name="任意多边形: 形状 17"/>
            <p:cNvSpPr/>
            <p:nvPr>
              <p:custDataLst>
                <p:tags r:id="rId26"/>
              </p:custDataLst>
            </p:nvPr>
          </p:nvSpPr>
          <p:spPr>
            <a:xfrm>
              <a:off x="2364104" y="4198619"/>
              <a:ext cx="13335" cy="8572"/>
            </a:xfrm>
            <a:custGeom>
              <a:avLst/>
              <a:gdLst>
                <a:gd name="connsiteX0" fmla="*/ 13335 w 13335"/>
                <a:gd name="connsiteY0" fmla="*/ 0 h 8572"/>
                <a:gd name="connsiteX1" fmla="*/ 1905 w 13335"/>
                <a:gd name="connsiteY1" fmla="*/ 6668 h 8572"/>
                <a:gd name="connsiteX2" fmla="*/ 953 w 13335"/>
                <a:gd name="connsiteY2" fmla="*/ 6668 h 8572"/>
                <a:gd name="connsiteX3" fmla="*/ 0 w 13335"/>
                <a:gd name="connsiteY3" fmla="*/ 8573 h 8572"/>
                <a:gd name="connsiteX4" fmla="*/ 13335 w 13335"/>
                <a:gd name="connsiteY4" fmla="*/ 0 h 8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" h="8572">
                  <a:moveTo>
                    <a:pt x="13335" y="0"/>
                  </a:moveTo>
                  <a:cubicBezTo>
                    <a:pt x="10478" y="0"/>
                    <a:pt x="5715" y="4763"/>
                    <a:pt x="1905" y="6668"/>
                  </a:cubicBezTo>
                  <a:lnTo>
                    <a:pt x="953" y="6668"/>
                  </a:lnTo>
                  <a:lnTo>
                    <a:pt x="0" y="8573"/>
                  </a:lnTo>
                  <a:cubicBezTo>
                    <a:pt x="4763" y="5715"/>
                    <a:pt x="9525" y="1905"/>
                    <a:pt x="13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任意多边形: 形状 18"/>
            <p:cNvSpPr/>
            <p:nvPr>
              <p:custDataLst>
                <p:tags r:id="rId27"/>
              </p:custDataLst>
            </p:nvPr>
          </p:nvSpPr>
          <p:spPr>
            <a:xfrm>
              <a:off x="2386965" y="4195140"/>
              <a:ext cx="2857" cy="1574"/>
            </a:xfrm>
            <a:custGeom>
              <a:avLst/>
              <a:gdLst>
                <a:gd name="connsiteX0" fmla="*/ 2857 w 2857"/>
                <a:gd name="connsiteY0" fmla="*/ 622 h 1574"/>
                <a:gd name="connsiteX1" fmla="*/ 0 w 2857"/>
                <a:gd name="connsiteY1" fmla="*/ 1575 h 1574"/>
                <a:gd name="connsiteX2" fmla="*/ 952 w 2857"/>
                <a:gd name="connsiteY2" fmla="*/ 1575 h 1574"/>
                <a:gd name="connsiteX3" fmla="*/ 2857 w 2857"/>
                <a:gd name="connsiteY3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574">
                  <a:moveTo>
                    <a:pt x="2857" y="622"/>
                  </a:moveTo>
                  <a:cubicBezTo>
                    <a:pt x="1905" y="622"/>
                    <a:pt x="4763" y="-1283"/>
                    <a:pt x="0" y="1575"/>
                  </a:cubicBezTo>
                  <a:cubicBezTo>
                    <a:pt x="0" y="1575"/>
                    <a:pt x="0" y="1575"/>
                    <a:pt x="952" y="1575"/>
                  </a:cubicBezTo>
                  <a:cubicBezTo>
                    <a:pt x="1905" y="1575"/>
                    <a:pt x="1905" y="622"/>
                    <a:pt x="2857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28"/>
              </p:custDataLst>
            </p:nvPr>
          </p:nvSpPr>
          <p:spPr>
            <a:xfrm>
              <a:off x="2387367" y="4196714"/>
              <a:ext cx="1099" cy="423"/>
            </a:xfrm>
            <a:custGeom>
              <a:avLst/>
              <a:gdLst>
                <a:gd name="connsiteX0" fmla="*/ 550 w 1099"/>
                <a:gd name="connsiteY0" fmla="*/ 0 h 423"/>
                <a:gd name="connsiteX1" fmla="*/ 550 w 1099"/>
                <a:gd name="connsiteY1" fmla="*/ 0 h 423"/>
                <a:gd name="connsiteX2" fmla="*/ 55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550" y="0"/>
                  </a:moveTo>
                  <a:cubicBezTo>
                    <a:pt x="-1355" y="953"/>
                    <a:pt x="2455" y="0"/>
                    <a:pt x="550" y="0"/>
                  </a:cubicBezTo>
                  <a:lnTo>
                    <a:pt x="55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29"/>
              </p:custDataLst>
            </p:nvPr>
          </p:nvSpPr>
          <p:spPr>
            <a:xfrm>
              <a:off x="2394584" y="4190047"/>
              <a:ext cx="5000" cy="1904"/>
            </a:xfrm>
            <a:custGeom>
              <a:avLst/>
              <a:gdLst>
                <a:gd name="connsiteX0" fmla="*/ 2858 w 5000"/>
                <a:gd name="connsiteY0" fmla="*/ 0 h 1904"/>
                <a:gd name="connsiteX1" fmla="*/ 0 w 5000"/>
                <a:gd name="connsiteY1" fmla="*/ 1905 h 1904"/>
                <a:gd name="connsiteX2" fmla="*/ 2858 w 5000"/>
                <a:gd name="connsiteY2" fmla="*/ 953 h 1904"/>
                <a:gd name="connsiteX3" fmla="*/ 2858 w 5000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00" h="1904">
                  <a:moveTo>
                    <a:pt x="2858" y="0"/>
                  </a:moveTo>
                  <a:lnTo>
                    <a:pt x="0" y="1905"/>
                  </a:lnTo>
                  <a:cubicBezTo>
                    <a:pt x="953" y="1905"/>
                    <a:pt x="3810" y="0"/>
                    <a:pt x="2858" y="953"/>
                  </a:cubicBezTo>
                  <a:cubicBezTo>
                    <a:pt x="5715" y="0"/>
                    <a:pt x="571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2" name="任意多边形: 形状 21"/>
            <p:cNvSpPr/>
            <p:nvPr>
              <p:custDataLst>
                <p:tags r:id="rId30"/>
              </p:custDataLst>
            </p:nvPr>
          </p:nvSpPr>
          <p:spPr>
            <a:xfrm>
              <a:off x="2398395" y="418719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3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lnTo>
                    <a:pt x="0" y="953"/>
                  </a:lnTo>
                  <a:cubicBezTo>
                    <a:pt x="0" y="953"/>
                    <a:pt x="952" y="953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31"/>
              </p:custDataLst>
            </p:nvPr>
          </p:nvSpPr>
          <p:spPr>
            <a:xfrm>
              <a:off x="2395537" y="4187904"/>
              <a:ext cx="2857" cy="3095"/>
            </a:xfrm>
            <a:custGeom>
              <a:avLst/>
              <a:gdLst>
                <a:gd name="connsiteX0" fmla="*/ 0 w 2857"/>
                <a:gd name="connsiteY0" fmla="*/ 3096 h 3095"/>
                <a:gd name="connsiteX1" fmla="*/ 2858 w 2857"/>
                <a:gd name="connsiteY1" fmla="*/ 238 h 3095"/>
                <a:gd name="connsiteX2" fmla="*/ 1905 w 2857"/>
                <a:gd name="connsiteY2" fmla="*/ 1191 h 3095"/>
                <a:gd name="connsiteX3" fmla="*/ 0 w 2857"/>
                <a:gd name="connsiteY3" fmla="*/ 3096 h 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095">
                  <a:moveTo>
                    <a:pt x="0" y="3096"/>
                  </a:moveTo>
                  <a:lnTo>
                    <a:pt x="2858" y="238"/>
                  </a:lnTo>
                  <a:cubicBezTo>
                    <a:pt x="1905" y="238"/>
                    <a:pt x="1905" y="-714"/>
                    <a:pt x="1905" y="1191"/>
                  </a:cubicBezTo>
                  <a:cubicBezTo>
                    <a:pt x="1905" y="1191"/>
                    <a:pt x="953" y="2143"/>
                    <a:pt x="0" y="3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4" name="任意多边形: 形状 23"/>
            <p:cNvSpPr/>
            <p:nvPr>
              <p:custDataLst>
                <p:tags r:id="rId32"/>
              </p:custDataLst>
            </p:nvPr>
          </p:nvSpPr>
          <p:spPr>
            <a:xfrm>
              <a:off x="2388968" y="4191000"/>
              <a:ext cx="4663" cy="2989"/>
            </a:xfrm>
            <a:custGeom>
              <a:avLst/>
              <a:gdLst>
                <a:gd name="connsiteX0" fmla="*/ 4664 w 4663"/>
                <a:gd name="connsiteY0" fmla="*/ 952 h 2989"/>
                <a:gd name="connsiteX1" fmla="*/ 2759 w 4663"/>
                <a:gd name="connsiteY1" fmla="*/ 0 h 2989"/>
                <a:gd name="connsiteX2" fmla="*/ 4664 w 4663"/>
                <a:gd name="connsiteY2" fmla="*/ 952 h 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63" h="2989">
                  <a:moveTo>
                    <a:pt x="4664" y="952"/>
                  </a:moveTo>
                  <a:cubicBezTo>
                    <a:pt x="2759" y="1905"/>
                    <a:pt x="854" y="2857"/>
                    <a:pt x="2759" y="0"/>
                  </a:cubicBezTo>
                  <a:cubicBezTo>
                    <a:pt x="-2004" y="3810"/>
                    <a:pt x="-99" y="3810"/>
                    <a:pt x="4664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33"/>
              </p:custDataLst>
            </p:nvPr>
          </p:nvSpPr>
          <p:spPr>
            <a:xfrm>
              <a:off x="2372677" y="4196714"/>
              <a:ext cx="4762" cy="2857"/>
            </a:xfrm>
            <a:custGeom>
              <a:avLst/>
              <a:gdLst>
                <a:gd name="connsiteX0" fmla="*/ 4763 w 4762"/>
                <a:gd name="connsiteY0" fmla="*/ 0 h 2857"/>
                <a:gd name="connsiteX1" fmla="*/ 1905 w 4762"/>
                <a:gd name="connsiteY1" fmla="*/ 953 h 2857"/>
                <a:gd name="connsiteX2" fmla="*/ 0 w 4762"/>
                <a:gd name="connsiteY2" fmla="*/ 2858 h 2857"/>
                <a:gd name="connsiteX3" fmla="*/ 4763 w 476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2857">
                  <a:moveTo>
                    <a:pt x="4763" y="0"/>
                  </a:moveTo>
                  <a:lnTo>
                    <a:pt x="1905" y="953"/>
                  </a:lnTo>
                  <a:lnTo>
                    <a:pt x="0" y="2858"/>
                  </a:lnTo>
                  <a:cubicBezTo>
                    <a:pt x="952" y="953"/>
                    <a:pt x="4763" y="0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6" name="任意多边形: 形状 25"/>
            <p:cNvSpPr/>
            <p:nvPr>
              <p:custDataLst>
                <p:tags r:id="rId34"/>
              </p:custDataLst>
            </p:nvPr>
          </p:nvSpPr>
          <p:spPr>
            <a:xfrm>
              <a:off x="2412682" y="4178617"/>
              <a:ext cx="3809" cy="1904"/>
            </a:xfrm>
            <a:custGeom>
              <a:avLst/>
              <a:gdLst>
                <a:gd name="connsiteX0" fmla="*/ 3810 w 3809"/>
                <a:gd name="connsiteY0" fmla="*/ 952 h 1904"/>
                <a:gd name="connsiteX1" fmla="*/ 1905 w 3809"/>
                <a:gd name="connsiteY1" fmla="*/ 0 h 1904"/>
                <a:gd name="connsiteX2" fmla="*/ 0 w 3809"/>
                <a:gd name="connsiteY2" fmla="*/ 1905 h 1904"/>
                <a:gd name="connsiteX3" fmla="*/ 3810 w 3809"/>
                <a:gd name="connsiteY3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1904">
                  <a:moveTo>
                    <a:pt x="3810" y="952"/>
                  </a:moveTo>
                  <a:cubicBezTo>
                    <a:pt x="3810" y="952"/>
                    <a:pt x="1905" y="952"/>
                    <a:pt x="1905" y="0"/>
                  </a:cubicBezTo>
                  <a:lnTo>
                    <a:pt x="0" y="1905"/>
                  </a:lnTo>
                  <a:cubicBezTo>
                    <a:pt x="952" y="1905"/>
                    <a:pt x="2858" y="952"/>
                    <a:pt x="381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7" name="任意多边形: 形状 26"/>
            <p:cNvSpPr/>
            <p:nvPr>
              <p:custDataLst>
                <p:tags r:id="rId35"/>
              </p:custDataLst>
            </p:nvPr>
          </p:nvSpPr>
          <p:spPr>
            <a:xfrm>
              <a:off x="2413634" y="4176712"/>
              <a:ext cx="2857" cy="2857"/>
            </a:xfrm>
            <a:custGeom>
              <a:avLst/>
              <a:gdLst>
                <a:gd name="connsiteX0" fmla="*/ 0 w 2857"/>
                <a:gd name="connsiteY0" fmla="*/ 2857 h 2857"/>
                <a:gd name="connsiteX1" fmla="*/ 2858 w 2857"/>
                <a:gd name="connsiteY1" fmla="*/ 0 h 2857"/>
                <a:gd name="connsiteX2" fmla="*/ 0 w 2857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2857">
                  <a:moveTo>
                    <a:pt x="0" y="2857"/>
                  </a:moveTo>
                  <a:lnTo>
                    <a:pt x="2858" y="0"/>
                  </a:lnTo>
                  <a:cubicBezTo>
                    <a:pt x="0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8" name="任意多边形: 形状 27"/>
            <p:cNvSpPr/>
            <p:nvPr>
              <p:custDataLst>
                <p:tags r:id="rId36"/>
              </p:custDataLst>
            </p:nvPr>
          </p:nvSpPr>
          <p:spPr>
            <a:xfrm>
              <a:off x="2394584" y="4184332"/>
              <a:ext cx="5715" cy="4762"/>
            </a:xfrm>
            <a:custGeom>
              <a:avLst/>
              <a:gdLst>
                <a:gd name="connsiteX0" fmla="*/ 4763 w 5715"/>
                <a:gd name="connsiteY0" fmla="*/ 953 h 4762"/>
                <a:gd name="connsiteX1" fmla="*/ 0 w 5715"/>
                <a:gd name="connsiteY1" fmla="*/ 4763 h 4762"/>
                <a:gd name="connsiteX2" fmla="*/ 5715 w 5715"/>
                <a:gd name="connsiteY2" fmla="*/ 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4762">
                  <a:moveTo>
                    <a:pt x="4763" y="953"/>
                  </a:moveTo>
                  <a:lnTo>
                    <a:pt x="0" y="4763"/>
                  </a:lnTo>
                  <a:lnTo>
                    <a:pt x="571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9" name="任意多边形: 形状 28"/>
            <p:cNvSpPr/>
            <p:nvPr>
              <p:custDataLst>
                <p:tags r:id="rId37"/>
              </p:custDataLst>
            </p:nvPr>
          </p:nvSpPr>
          <p:spPr>
            <a:xfrm>
              <a:off x="2426970" y="4170997"/>
              <a:ext cx="1904" cy="2857"/>
            </a:xfrm>
            <a:custGeom>
              <a:avLst/>
              <a:gdLst>
                <a:gd name="connsiteX0" fmla="*/ 952 w 1904"/>
                <a:gd name="connsiteY0" fmla="*/ 953 h 2857"/>
                <a:gd name="connsiteX1" fmla="*/ 0 w 1904"/>
                <a:gd name="connsiteY1" fmla="*/ 2858 h 2857"/>
                <a:gd name="connsiteX2" fmla="*/ 1905 w 1904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952" y="953"/>
                  </a:moveTo>
                  <a:lnTo>
                    <a:pt x="0" y="2858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任意多边形: 形状 29"/>
            <p:cNvSpPr/>
            <p:nvPr>
              <p:custDataLst>
                <p:tags r:id="rId38"/>
              </p:custDataLst>
            </p:nvPr>
          </p:nvSpPr>
          <p:spPr>
            <a:xfrm>
              <a:off x="2435386" y="4163377"/>
              <a:ext cx="5870" cy="4762"/>
            </a:xfrm>
            <a:custGeom>
              <a:avLst/>
              <a:gdLst>
                <a:gd name="connsiteX0" fmla="*/ 156 w 5870"/>
                <a:gd name="connsiteY0" fmla="*/ 3810 h 4762"/>
                <a:gd name="connsiteX1" fmla="*/ 1108 w 5870"/>
                <a:gd name="connsiteY1" fmla="*/ 4763 h 4762"/>
                <a:gd name="connsiteX2" fmla="*/ 5871 w 5870"/>
                <a:gd name="connsiteY2" fmla="*/ 0 h 4762"/>
                <a:gd name="connsiteX3" fmla="*/ 156 w 5870"/>
                <a:gd name="connsiteY3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70" h="4762">
                  <a:moveTo>
                    <a:pt x="156" y="3810"/>
                  </a:moveTo>
                  <a:cubicBezTo>
                    <a:pt x="-797" y="5715"/>
                    <a:pt x="3013" y="3810"/>
                    <a:pt x="1108" y="4763"/>
                  </a:cubicBezTo>
                  <a:cubicBezTo>
                    <a:pt x="3013" y="2857"/>
                    <a:pt x="4918" y="1905"/>
                    <a:pt x="5871" y="0"/>
                  </a:cubicBezTo>
                  <a:cubicBezTo>
                    <a:pt x="4918" y="1905"/>
                    <a:pt x="3013" y="2857"/>
                    <a:pt x="156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1" name="任意多边形: 形状 30"/>
            <p:cNvSpPr/>
            <p:nvPr>
              <p:custDataLst>
                <p:tags r:id="rId39"/>
              </p:custDataLst>
            </p:nvPr>
          </p:nvSpPr>
          <p:spPr>
            <a:xfrm>
              <a:off x="2442209" y="4161472"/>
              <a:ext cx="1905" cy="2857"/>
            </a:xfrm>
            <a:custGeom>
              <a:avLst/>
              <a:gdLst>
                <a:gd name="connsiteX0" fmla="*/ 1905 w 1905"/>
                <a:gd name="connsiteY0" fmla="*/ 0 h 2857"/>
                <a:gd name="connsiteX1" fmla="*/ 0 w 1905"/>
                <a:gd name="connsiteY1" fmla="*/ 2858 h 2857"/>
                <a:gd name="connsiteX2" fmla="*/ 1905 w 1905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1905" y="0"/>
                  </a:moveTo>
                  <a:cubicBezTo>
                    <a:pt x="953" y="953"/>
                    <a:pt x="0" y="1905"/>
                    <a:pt x="0" y="2858"/>
                  </a:cubicBezTo>
                  <a:cubicBezTo>
                    <a:pt x="953" y="953"/>
                    <a:pt x="1905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任意多边形: 形状 31"/>
            <p:cNvSpPr/>
            <p:nvPr>
              <p:custDataLst>
                <p:tags r:id="rId40"/>
              </p:custDataLst>
            </p:nvPr>
          </p:nvSpPr>
          <p:spPr>
            <a:xfrm>
              <a:off x="2422207" y="4171950"/>
              <a:ext cx="2857" cy="952"/>
            </a:xfrm>
            <a:custGeom>
              <a:avLst/>
              <a:gdLst>
                <a:gd name="connsiteX0" fmla="*/ 0 w 2857"/>
                <a:gd name="connsiteY0" fmla="*/ 953 h 952"/>
                <a:gd name="connsiteX1" fmla="*/ 2858 w 2857"/>
                <a:gd name="connsiteY1" fmla="*/ 0 h 952"/>
                <a:gd name="connsiteX2" fmla="*/ 952 w 2857"/>
                <a:gd name="connsiteY2" fmla="*/ 0 h 952"/>
                <a:gd name="connsiteX3" fmla="*/ 0 w 2857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3"/>
                  </a:moveTo>
                  <a:cubicBezTo>
                    <a:pt x="0" y="953"/>
                    <a:pt x="952" y="953"/>
                    <a:pt x="2858" y="0"/>
                  </a:cubicBezTo>
                  <a:lnTo>
                    <a:pt x="952" y="0"/>
                  </a:lnTo>
                  <a:cubicBezTo>
                    <a:pt x="952" y="953"/>
                    <a:pt x="0" y="953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3" name="任意多边形: 形状 32"/>
            <p:cNvSpPr/>
            <p:nvPr>
              <p:custDataLst>
                <p:tags r:id="rId41"/>
              </p:custDataLst>
            </p:nvPr>
          </p:nvSpPr>
          <p:spPr>
            <a:xfrm>
              <a:off x="2423159" y="4170997"/>
              <a:ext cx="2857" cy="1905"/>
            </a:xfrm>
            <a:custGeom>
              <a:avLst/>
              <a:gdLst>
                <a:gd name="connsiteX0" fmla="*/ 0 w 2857"/>
                <a:gd name="connsiteY0" fmla="*/ 1905 h 1905"/>
                <a:gd name="connsiteX1" fmla="*/ 0 w 2857"/>
                <a:gd name="connsiteY1" fmla="*/ 1905 h 1905"/>
                <a:gd name="connsiteX2" fmla="*/ 2858 w 2857"/>
                <a:gd name="connsiteY2" fmla="*/ 0 h 1905"/>
                <a:gd name="connsiteX3" fmla="*/ 0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0" y="1905"/>
                  </a:moveTo>
                  <a:lnTo>
                    <a:pt x="0" y="1905"/>
                  </a:lnTo>
                  <a:cubicBezTo>
                    <a:pt x="953" y="953"/>
                    <a:pt x="1905" y="953"/>
                    <a:pt x="2858" y="0"/>
                  </a:cubicBezTo>
                  <a:cubicBezTo>
                    <a:pt x="2858" y="0"/>
                    <a:pt x="1905" y="953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任意多边形: 形状 33"/>
            <p:cNvSpPr/>
            <p:nvPr>
              <p:custDataLst>
                <p:tags r:id="rId42"/>
              </p:custDataLst>
            </p:nvPr>
          </p:nvSpPr>
          <p:spPr>
            <a:xfrm>
              <a:off x="2422207" y="4173140"/>
              <a:ext cx="9525" cy="714"/>
            </a:xfrm>
            <a:custGeom>
              <a:avLst/>
              <a:gdLst>
                <a:gd name="connsiteX0" fmla="*/ 0 w 9525"/>
                <a:gd name="connsiteY0" fmla="*/ 714 h 714"/>
                <a:gd name="connsiteX1" fmla="*/ 0 w 9525"/>
                <a:gd name="connsiteY1" fmla="*/ 714 h 714"/>
                <a:gd name="connsiteX2" fmla="*/ 0 w 9525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714"/>
                  </a:moveTo>
                  <a:lnTo>
                    <a:pt x="0" y="714"/>
                  </a:lnTo>
                  <a:cubicBezTo>
                    <a:pt x="0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任意多边形: 形状 34"/>
            <p:cNvSpPr/>
            <p:nvPr>
              <p:custDataLst>
                <p:tags r:id="rId43"/>
              </p:custDataLst>
            </p:nvPr>
          </p:nvSpPr>
          <p:spPr>
            <a:xfrm>
              <a:off x="2407920" y="4177036"/>
              <a:ext cx="2830" cy="3485"/>
            </a:xfrm>
            <a:custGeom>
              <a:avLst/>
              <a:gdLst>
                <a:gd name="connsiteX0" fmla="*/ 0 w 2830"/>
                <a:gd name="connsiteY0" fmla="*/ 3486 h 3485"/>
                <a:gd name="connsiteX1" fmla="*/ 952 w 2830"/>
                <a:gd name="connsiteY1" fmla="*/ 628 h 3485"/>
                <a:gd name="connsiteX2" fmla="*/ 0 w 2830"/>
                <a:gd name="connsiteY2" fmla="*/ 3486 h 3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30" h="3485">
                  <a:moveTo>
                    <a:pt x="0" y="3486"/>
                  </a:moveTo>
                  <a:cubicBezTo>
                    <a:pt x="1905" y="1581"/>
                    <a:pt x="4763" y="-1277"/>
                    <a:pt x="952" y="628"/>
                  </a:cubicBezTo>
                  <a:cubicBezTo>
                    <a:pt x="0" y="1581"/>
                    <a:pt x="1905" y="1581"/>
                    <a:pt x="0" y="34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任意多边形: 形状 35"/>
            <p:cNvSpPr/>
            <p:nvPr>
              <p:custDataLst>
                <p:tags r:id="rId44"/>
              </p:custDataLst>
            </p:nvPr>
          </p:nvSpPr>
          <p:spPr>
            <a:xfrm>
              <a:off x="2415540" y="4172902"/>
              <a:ext cx="3809" cy="2857"/>
            </a:xfrm>
            <a:custGeom>
              <a:avLst/>
              <a:gdLst>
                <a:gd name="connsiteX0" fmla="*/ 3810 w 3809"/>
                <a:gd name="connsiteY0" fmla="*/ 0 h 2857"/>
                <a:gd name="connsiteX1" fmla="*/ 0 w 3809"/>
                <a:gd name="connsiteY1" fmla="*/ 1905 h 2857"/>
                <a:gd name="connsiteX2" fmla="*/ 0 w 3809"/>
                <a:gd name="connsiteY2" fmla="*/ 2857 h 2857"/>
                <a:gd name="connsiteX3" fmla="*/ 3810 w 380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9" h="2857">
                  <a:moveTo>
                    <a:pt x="3810" y="0"/>
                  </a:moveTo>
                  <a:lnTo>
                    <a:pt x="0" y="1905"/>
                  </a:lnTo>
                  <a:cubicBezTo>
                    <a:pt x="0" y="1905"/>
                    <a:pt x="952" y="1905"/>
                    <a:pt x="0" y="2857"/>
                  </a:cubicBez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7" name="任意多边形: 形状 36"/>
            <p:cNvSpPr/>
            <p:nvPr>
              <p:custDataLst>
                <p:tags r:id="rId45"/>
              </p:custDataLst>
            </p:nvPr>
          </p:nvSpPr>
          <p:spPr>
            <a:xfrm>
              <a:off x="2419350" y="4171950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3 h 952"/>
                <a:gd name="connsiteX2" fmla="*/ 1905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lnTo>
                    <a:pt x="0" y="953"/>
                  </a:lnTo>
                  <a:lnTo>
                    <a:pt x="1905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8" name="任意多边形: 形状 37"/>
            <p:cNvSpPr/>
            <p:nvPr>
              <p:custDataLst>
                <p:tags r:id="rId46"/>
              </p:custDataLst>
            </p:nvPr>
          </p:nvSpPr>
          <p:spPr>
            <a:xfrm>
              <a:off x="2436821" y="4159567"/>
              <a:ext cx="6340" cy="4848"/>
            </a:xfrm>
            <a:custGeom>
              <a:avLst/>
              <a:gdLst>
                <a:gd name="connsiteX0" fmla="*/ 1578 w 6340"/>
                <a:gd name="connsiteY0" fmla="*/ 3810 h 4848"/>
                <a:gd name="connsiteX1" fmla="*/ 6341 w 6340"/>
                <a:gd name="connsiteY1" fmla="*/ 0 h 4848"/>
                <a:gd name="connsiteX2" fmla="*/ 626 w 6340"/>
                <a:gd name="connsiteY2" fmla="*/ 2857 h 4848"/>
                <a:gd name="connsiteX3" fmla="*/ 1578 w 6340"/>
                <a:gd name="connsiteY3" fmla="*/ 3810 h 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40" h="4848">
                  <a:moveTo>
                    <a:pt x="1578" y="3810"/>
                  </a:moveTo>
                  <a:cubicBezTo>
                    <a:pt x="2531" y="2857"/>
                    <a:pt x="4436" y="1905"/>
                    <a:pt x="6341" y="0"/>
                  </a:cubicBezTo>
                  <a:cubicBezTo>
                    <a:pt x="4436" y="952"/>
                    <a:pt x="2531" y="1905"/>
                    <a:pt x="626" y="2857"/>
                  </a:cubicBezTo>
                  <a:cubicBezTo>
                    <a:pt x="-327" y="4763"/>
                    <a:pt x="-327" y="5715"/>
                    <a:pt x="1578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任意多边形: 形状 38"/>
            <p:cNvSpPr/>
            <p:nvPr>
              <p:custDataLst>
                <p:tags r:id="rId47"/>
              </p:custDataLst>
            </p:nvPr>
          </p:nvSpPr>
          <p:spPr>
            <a:xfrm>
              <a:off x="2430779" y="416814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任意多边形: 形状 39"/>
            <p:cNvSpPr/>
            <p:nvPr>
              <p:custDataLst>
                <p:tags r:id="rId48"/>
              </p:custDataLst>
            </p:nvPr>
          </p:nvSpPr>
          <p:spPr>
            <a:xfrm>
              <a:off x="2459354" y="414909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任意多边形: 形状 40"/>
            <p:cNvSpPr/>
            <p:nvPr>
              <p:custDataLst>
                <p:tags r:id="rId49"/>
              </p:custDataLst>
            </p:nvPr>
          </p:nvSpPr>
          <p:spPr>
            <a:xfrm>
              <a:off x="2433637" y="4163377"/>
              <a:ext cx="2857" cy="1904"/>
            </a:xfrm>
            <a:custGeom>
              <a:avLst/>
              <a:gdLst>
                <a:gd name="connsiteX0" fmla="*/ 2858 w 2857"/>
                <a:gd name="connsiteY0" fmla="*/ 0 h 1904"/>
                <a:gd name="connsiteX1" fmla="*/ 0 w 2857"/>
                <a:gd name="connsiteY1" fmla="*/ 1905 h 1904"/>
                <a:gd name="connsiteX2" fmla="*/ 2858 w 2857"/>
                <a:gd name="connsiteY2" fmla="*/ 0 h 1904"/>
                <a:gd name="connsiteX3" fmla="*/ 2858 w 2857"/>
                <a:gd name="connsiteY3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2858" y="0"/>
                  </a:moveTo>
                  <a:cubicBezTo>
                    <a:pt x="953" y="953"/>
                    <a:pt x="953" y="1905"/>
                    <a:pt x="0" y="1905"/>
                  </a:cubicBezTo>
                  <a:cubicBezTo>
                    <a:pt x="953" y="1905"/>
                    <a:pt x="1905" y="953"/>
                    <a:pt x="2858" y="0"/>
                  </a:cubicBezTo>
                  <a:cubicBezTo>
                    <a:pt x="2858" y="0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2" name="任意多边形: 形状 41"/>
            <p:cNvSpPr/>
            <p:nvPr>
              <p:custDataLst>
                <p:tags r:id="rId50"/>
              </p:custDataLst>
            </p:nvPr>
          </p:nvSpPr>
          <p:spPr>
            <a:xfrm>
              <a:off x="2446020" y="4157662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3 h 952"/>
                <a:gd name="connsiteX2" fmla="*/ 2858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0"/>
                    <a:pt x="952" y="953"/>
                    <a:pt x="0" y="953"/>
                  </a:cubicBezTo>
                  <a:cubicBezTo>
                    <a:pt x="952" y="953"/>
                    <a:pt x="2858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51"/>
              </p:custDataLst>
            </p:nvPr>
          </p:nvSpPr>
          <p:spPr>
            <a:xfrm>
              <a:off x="2431732" y="4168140"/>
              <a:ext cx="423" cy="0"/>
            </a:xfrm>
            <a:custGeom>
              <a:avLst/>
              <a:gdLst>
                <a:gd name="connsiteX0" fmla="*/ 0 w 423"/>
                <a:gd name="connsiteY0" fmla="*/ 0 h 0"/>
                <a:gd name="connsiteX1" fmla="*/ 0 w 423"/>
                <a:gd name="connsiteY1" fmla="*/ 0 h 0"/>
                <a:gd name="connsiteX2" fmla="*/ 0 w 423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4" name="任意多边形: 形状 43"/>
            <p:cNvSpPr/>
            <p:nvPr>
              <p:custDataLst>
                <p:tags r:id="rId52"/>
              </p:custDataLst>
            </p:nvPr>
          </p:nvSpPr>
          <p:spPr>
            <a:xfrm>
              <a:off x="2431732" y="4166234"/>
              <a:ext cx="1904" cy="1905"/>
            </a:xfrm>
            <a:custGeom>
              <a:avLst/>
              <a:gdLst>
                <a:gd name="connsiteX0" fmla="*/ 0 w 1904"/>
                <a:gd name="connsiteY0" fmla="*/ 1905 h 1905"/>
                <a:gd name="connsiteX1" fmla="*/ 1905 w 1904"/>
                <a:gd name="connsiteY1" fmla="*/ 0 h 1905"/>
                <a:gd name="connsiteX2" fmla="*/ 0 w 1904"/>
                <a:gd name="connsiteY2" fmla="*/ 1905 h 1905"/>
                <a:gd name="connsiteX3" fmla="*/ 0 w 1904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1905"/>
                  </a:moveTo>
                  <a:cubicBezTo>
                    <a:pt x="952" y="953"/>
                    <a:pt x="952" y="953"/>
                    <a:pt x="1905" y="0"/>
                  </a:cubicBezTo>
                  <a:cubicBezTo>
                    <a:pt x="952" y="0"/>
                    <a:pt x="0" y="953"/>
                    <a:pt x="0" y="1905"/>
                  </a:cubicBezTo>
                  <a:cubicBezTo>
                    <a:pt x="0" y="1905"/>
                    <a:pt x="0" y="1905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5" name="任意多边形: 形状 44"/>
            <p:cNvSpPr/>
            <p:nvPr>
              <p:custDataLst>
                <p:tags r:id="rId53"/>
              </p:custDataLst>
            </p:nvPr>
          </p:nvSpPr>
          <p:spPr>
            <a:xfrm>
              <a:off x="2453594" y="4137659"/>
              <a:ext cx="11785" cy="11677"/>
            </a:xfrm>
            <a:custGeom>
              <a:avLst/>
              <a:gdLst>
                <a:gd name="connsiteX0" fmla="*/ 7665 w 11785"/>
                <a:gd name="connsiteY0" fmla="*/ 1905 h 11677"/>
                <a:gd name="connsiteX1" fmla="*/ 998 w 11785"/>
                <a:gd name="connsiteY1" fmla="*/ 7620 h 11677"/>
                <a:gd name="connsiteX2" fmla="*/ 5760 w 11785"/>
                <a:gd name="connsiteY2" fmla="*/ 11430 h 11677"/>
                <a:gd name="connsiteX3" fmla="*/ 8618 w 11785"/>
                <a:gd name="connsiteY3" fmla="*/ 7620 h 11677"/>
                <a:gd name="connsiteX4" fmla="*/ 2903 w 11785"/>
                <a:gd name="connsiteY4" fmla="*/ 8572 h 11677"/>
                <a:gd name="connsiteX5" fmla="*/ 8618 w 11785"/>
                <a:gd name="connsiteY5" fmla="*/ 5715 h 11677"/>
                <a:gd name="connsiteX6" fmla="*/ 11475 w 11785"/>
                <a:gd name="connsiteY6" fmla="*/ 0 h 11677"/>
                <a:gd name="connsiteX7" fmla="*/ 7665 w 11785"/>
                <a:gd name="connsiteY7" fmla="*/ 2858 h 11677"/>
                <a:gd name="connsiteX8" fmla="*/ 7665 w 11785"/>
                <a:gd name="connsiteY8" fmla="*/ 1905 h 1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85" h="11677">
                  <a:moveTo>
                    <a:pt x="7665" y="1905"/>
                  </a:moveTo>
                  <a:cubicBezTo>
                    <a:pt x="7665" y="2858"/>
                    <a:pt x="4808" y="5715"/>
                    <a:pt x="998" y="7620"/>
                  </a:cubicBezTo>
                  <a:cubicBezTo>
                    <a:pt x="-1860" y="10478"/>
                    <a:pt x="1950" y="12383"/>
                    <a:pt x="5760" y="11430"/>
                  </a:cubicBezTo>
                  <a:cubicBezTo>
                    <a:pt x="5760" y="11430"/>
                    <a:pt x="5760" y="10478"/>
                    <a:pt x="8618" y="7620"/>
                  </a:cubicBezTo>
                  <a:cubicBezTo>
                    <a:pt x="6713" y="7620"/>
                    <a:pt x="998" y="11430"/>
                    <a:pt x="2903" y="8572"/>
                  </a:cubicBezTo>
                  <a:cubicBezTo>
                    <a:pt x="6713" y="5715"/>
                    <a:pt x="6713" y="6668"/>
                    <a:pt x="8618" y="5715"/>
                  </a:cubicBezTo>
                  <a:cubicBezTo>
                    <a:pt x="5760" y="5715"/>
                    <a:pt x="13380" y="953"/>
                    <a:pt x="11475" y="0"/>
                  </a:cubicBezTo>
                  <a:lnTo>
                    <a:pt x="7665" y="2858"/>
                  </a:lnTo>
                  <a:cubicBezTo>
                    <a:pt x="7665" y="2858"/>
                    <a:pt x="8618" y="1905"/>
                    <a:pt x="766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6" name="任意多边形: 形状 45"/>
            <p:cNvSpPr/>
            <p:nvPr>
              <p:custDataLst>
                <p:tags r:id="rId54"/>
              </p:custDataLst>
            </p:nvPr>
          </p:nvSpPr>
          <p:spPr>
            <a:xfrm>
              <a:off x="2452687" y="4149090"/>
              <a:ext cx="7620" cy="4762"/>
            </a:xfrm>
            <a:custGeom>
              <a:avLst/>
              <a:gdLst>
                <a:gd name="connsiteX0" fmla="*/ 953 w 7620"/>
                <a:gd name="connsiteY0" fmla="*/ 3810 h 4762"/>
                <a:gd name="connsiteX1" fmla="*/ 0 w 7620"/>
                <a:gd name="connsiteY1" fmla="*/ 4763 h 4762"/>
                <a:gd name="connsiteX2" fmla="*/ 5715 w 7620"/>
                <a:gd name="connsiteY2" fmla="*/ 2857 h 4762"/>
                <a:gd name="connsiteX3" fmla="*/ 7620 w 7620"/>
                <a:gd name="connsiteY3" fmla="*/ 0 h 4762"/>
                <a:gd name="connsiteX4" fmla="*/ 953 w 7620"/>
                <a:gd name="connsiteY4" fmla="*/ 3810 h 4762"/>
                <a:gd name="connsiteX5" fmla="*/ 953 w 7620"/>
                <a:gd name="connsiteY5" fmla="*/ 3810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20" h="4762">
                  <a:moveTo>
                    <a:pt x="953" y="3810"/>
                  </a:moveTo>
                  <a:lnTo>
                    <a:pt x="0" y="4763"/>
                  </a:lnTo>
                  <a:cubicBezTo>
                    <a:pt x="1905" y="3810"/>
                    <a:pt x="2858" y="3810"/>
                    <a:pt x="5715" y="2857"/>
                  </a:cubicBezTo>
                  <a:cubicBezTo>
                    <a:pt x="7620" y="953"/>
                    <a:pt x="7620" y="0"/>
                    <a:pt x="7620" y="0"/>
                  </a:cubicBezTo>
                  <a:lnTo>
                    <a:pt x="953" y="3810"/>
                  </a:lnTo>
                  <a:lnTo>
                    <a:pt x="953" y="38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55"/>
              </p:custDataLst>
            </p:nvPr>
          </p:nvSpPr>
          <p:spPr>
            <a:xfrm>
              <a:off x="2442209" y="4153852"/>
              <a:ext cx="9525" cy="5715"/>
            </a:xfrm>
            <a:custGeom>
              <a:avLst/>
              <a:gdLst>
                <a:gd name="connsiteX0" fmla="*/ 3810 w 9525"/>
                <a:gd name="connsiteY0" fmla="*/ 3810 h 5715"/>
                <a:gd name="connsiteX1" fmla="*/ 4763 w 9525"/>
                <a:gd name="connsiteY1" fmla="*/ 0 h 5715"/>
                <a:gd name="connsiteX2" fmla="*/ 0 w 9525"/>
                <a:gd name="connsiteY2" fmla="*/ 4763 h 5715"/>
                <a:gd name="connsiteX3" fmla="*/ 3810 w 9525"/>
                <a:gd name="connsiteY3" fmla="*/ 3810 h 5715"/>
                <a:gd name="connsiteX4" fmla="*/ 0 w 9525"/>
                <a:gd name="connsiteY4" fmla="*/ 5715 h 5715"/>
                <a:gd name="connsiteX5" fmla="*/ 3810 w 9525"/>
                <a:gd name="connsiteY5" fmla="*/ 3810 h 5715"/>
                <a:gd name="connsiteX6" fmla="*/ 3810 w 9525"/>
                <a:gd name="connsiteY6" fmla="*/ 3810 h 5715"/>
                <a:gd name="connsiteX7" fmla="*/ 3810 w 9525"/>
                <a:gd name="connsiteY7" fmla="*/ 3810 h 5715"/>
                <a:gd name="connsiteX8" fmla="*/ 3810 w 9525"/>
                <a:gd name="connsiteY8" fmla="*/ 3810 h 5715"/>
                <a:gd name="connsiteX9" fmla="*/ 3810 w 9525"/>
                <a:gd name="connsiteY9" fmla="*/ 3810 h 5715"/>
                <a:gd name="connsiteX10" fmla="*/ 3810 w 9525"/>
                <a:gd name="connsiteY10" fmla="*/ 3810 h 5715"/>
                <a:gd name="connsiteX11" fmla="*/ 3810 w 9525"/>
                <a:gd name="connsiteY11" fmla="*/ 3810 h 5715"/>
                <a:gd name="connsiteX12" fmla="*/ 3810 w 9525"/>
                <a:gd name="connsiteY12" fmla="*/ 3810 h 5715"/>
                <a:gd name="connsiteX13" fmla="*/ 3810 w 9525"/>
                <a:gd name="connsiteY13" fmla="*/ 3810 h 5715"/>
                <a:gd name="connsiteX14" fmla="*/ 3810 w 9525"/>
                <a:gd name="connsiteY14" fmla="*/ 3810 h 5715"/>
                <a:gd name="connsiteX15" fmla="*/ 9525 w 9525"/>
                <a:gd name="connsiteY15" fmla="*/ 0 h 5715"/>
                <a:gd name="connsiteX16" fmla="*/ 3810 w 9525"/>
                <a:gd name="connsiteY16" fmla="*/ 3810 h 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525" h="5715">
                  <a:moveTo>
                    <a:pt x="3810" y="3810"/>
                  </a:moveTo>
                  <a:cubicBezTo>
                    <a:pt x="3810" y="1905"/>
                    <a:pt x="7620" y="0"/>
                    <a:pt x="4763" y="0"/>
                  </a:cubicBezTo>
                  <a:cubicBezTo>
                    <a:pt x="953" y="2857"/>
                    <a:pt x="2858" y="2857"/>
                    <a:pt x="0" y="4763"/>
                  </a:cubicBezTo>
                  <a:cubicBezTo>
                    <a:pt x="6668" y="0"/>
                    <a:pt x="-952" y="6667"/>
                    <a:pt x="3810" y="3810"/>
                  </a:cubicBezTo>
                  <a:cubicBezTo>
                    <a:pt x="2858" y="4763"/>
                    <a:pt x="1905" y="5715"/>
                    <a:pt x="0" y="5715"/>
                  </a:cubicBezTo>
                  <a:cubicBezTo>
                    <a:pt x="1905" y="5715"/>
                    <a:pt x="2858" y="5715"/>
                    <a:pt x="3810" y="3810"/>
                  </a:cubicBezTo>
                  <a:lnTo>
                    <a:pt x="3810" y="3810"/>
                  </a:lnTo>
                  <a:lnTo>
                    <a:pt x="3810" y="3810"/>
                  </a:lnTo>
                  <a:lnTo>
                    <a:pt x="3810" y="3810"/>
                  </a:lnTo>
                  <a:cubicBezTo>
                    <a:pt x="3810" y="4763"/>
                    <a:pt x="2858" y="4763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cubicBezTo>
                    <a:pt x="3810" y="4763"/>
                    <a:pt x="3810" y="3810"/>
                    <a:pt x="3810" y="3810"/>
                  </a:cubicBezTo>
                  <a:cubicBezTo>
                    <a:pt x="5715" y="2857"/>
                    <a:pt x="3810" y="3810"/>
                    <a:pt x="3810" y="3810"/>
                  </a:cubicBezTo>
                  <a:cubicBezTo>
                    <a:pt x="3810" y="4763"/>
                    <a:pt x="3810" y="4763"/>
                    <a:pt x="3810" y="3810"/>
                  </a:cubicBezTo>
                  <a:lnTo>
                    <a:pt x="3810" y="3810"/>
                  </a:lnTo>
                  <a:lnTo>
                    <a:pt x="9525" y="0"/>
                  </a:lnTo>
                  <a:cubicBezTo>
                    <a:pt x="8573" y="953"/>
                    <a:pt x="6668" y="1905"/>
                    <a:pt x="3810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8" name="任意多边形: 形状 47"/>
            <p:cNvSpPr/>
            <p:nvPr>
              <p:custDataLst>
                <p:tags r:id="rId56"/>
              </p:custDataLst>
            </p:nvPr>
          </p:nvSpPr>
          <p:spPr>
            <a:xfrm>
              <a:off x="2410777" y="4172902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9" name="任意多边形: 形状 48"/>
            <p:cNvSpPr/>
            <p:nvPr>
              <p:custDataLst>
                <p:tags r:id="rId57"/>
              </p:custDataLst>
            </p:nvPr>
          </p:nvSpPr>
          <p:spPr>
            <a:xfrm>
              <a:off x="2409268" y="4171950"/>
              <a:ext cx="8176" cy="2720"/>
            </a:xfrm>
            <a:custGeom>
              <a:avLst/>
              <a:gdLst>
                <a:gd name="connsiteX0" fmla="*/ 4367 w 8176"/>
                <a:gd name="connsiteY0" fmla="*/ 0 h 2720"/>
                <a:gd name="connsiteX1" fmla="*/ 2462 w 8176"/>
                <a:gd name="connsiteY1" fmla="*/ 1905 h 2720"/>
                <a:gd name="connsiteX2" fmla="*/ 1509 w 8176"/>
                <a:gd name="connsiteY2" fmla="*/ 953 h 2720"/>
                <a:gd name="connsiteX3" fmla="*/ 1509 w 8176"/>
                <a:gd name="connsiteY3" fmla="*/ 1905 h 2720"/>
                <a:gd name="connsiteX4" fmla="*/ 1509 w 8176"/>
                <a:gd name="connsiteY4" fmla="*/ 1905 h 2720"/>
                <a:gd name="connsiteX5" fmla="*/ 8177 w 8176"/>
                <a:gd name="connsiteY5" fmla="*/ 0 h 2720"/>
                <a:gd name="connsiteX6" fmla="*/ 4367 w 8176"/>
                <a:gd name="connsiteY6" fmla="*/ 0 h 2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6" h="2720">
                  <a:moveTo>
                    <a:pt x="4367" y="0"/>
                  </a:moveTo>
                  <a:cubicBezTo>
                    <a:pt x="4367" y="0"/>
                    <a:pt x="3414" y="953"/>
                    <a:pt x="2462" y="1905"/>
                  </a:cubicBezTo>
                  <a:cubicBezTo>
                    <a:pt x="557" y="2857"/>
                    <a:pt x="2462" y="1905"/>
                    <a:pt x="1509" y="953"/>
                  </a:cubicBezTo>
                  <a:cubicBezTo>
                    <a:pt x="557" y="1905"/>
                    <a:pt x="-1348" y="3810"/>
                    <a:pt x="1509" y="1905"/>
                  </a:cubicBezTo>
                  <a:lnTo>
                    <a:pt x="1509" y="1905"/>
                  </a:lnTo>
                  <a:cubicBezTo>
                    <a:pt x="4367" y="953"/>
                    <a:pt x="8177" y="0"/>
                    <a:pt x="8177" y="0"/>
                  </a:cubicBezTo>
                  <a:cubicBezTo>
                    <a:pt x="8177" y="0"/>
                    <a:pt x="6272" y="0"/>
                    <a:pt x="43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0" name="任意多边形: 形状 49"/>
            <p:cNvSpPr/>
            <p:nvPr>
              <p:custDataLst>
                <p:tags r:id="rId58"/>
              </p:custDataLst>
            </p:nvPr>
          </p:nvSpPr>
          <p:spPr>
            <a:xfrm>
              <a:off x="2429675" y="4160519"/>
              <a:ext cx="4914" cy="3810"/>
            </a:xfrm>
            <a:custGeom>
              <a:avLst/>
              <a:gdLst>
                <a:gd name="connsiteX0" fmla="*/ 152 w 4914"/>
                <a:gd name="connsiteY0" fmla="*/ 3810 h 3810"/>
                <a:gd name="connsiteX1" fmla="*/ 4915 w 4914"/>
                <a:gd name="connsiteY1" fmla="*/ 0 h 3810"/>
                <a:gd name="connsiteX2" fmla="*/ 2057 w 4914"/>
                <a:gd name="connsiteY2" fmla="*/ 953 h 3810"/>
                <a:gd name="connsiteX3" fmla="*/ 2057 w 4914"/>
                <a:gd name="connsiteY3" fmla="*/ 953 h 3810"/>
                <a:gd name="connsiteX4" fmla="*/ 152 w 4914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4" h="3810">
                  <a:moveTo>
                    <a:pt x="152" y="3810"/>
                  </a:moveTo>
                  <a:lnTo>
                    <a:pt x="4915" y="0"/>
                  </a:lnTo>
                  <a:lnTo>
                    <a:pt x="2057" y="953"/>
                  </a:lnTo>
                  <a:lnTo>
                    <a:pt x="2057" y="953"/>
                  </a:lnTo>
                  <a:cubicBezTo>
                    <a:pt x="-800" y="2858"/>
                    <a:pt x="152" y="3810"/>
                    <a:pt x="152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1" name="任意多边形: 形状 50"/>
            <p:cNvSpPr/>
            <p:nvPr>
              <p:custDataLst>
                <p:tags r:id="rId59"/>
              </p:custDataLst>
            </p:nvPr>
          </p:nvSpPr>
          <p:spPr>
            <a:xfrm>
              <a:off x="2461259" y="4147184"/>
              <a:ext cx="1905" cy="3809"/>
            </a:xfrm>
            <a:custGeom>
              <a:avLst/>
              <a:gdLst>
                <a:gd name="connsiteX0" fmla="*/ 0 w 1905"/>
                <a:gd name="connsiteY0" fmla="*/ 1905 h 3809"/>
                <a:gd name="connsiteX1" fmla="*/ 0 w 1905"/>
                <a:gd name="connsiteY1" fmla="*/ 3810 h 3809"/>
                <a:gd name="connsiteX2" fmla="*/ 1905 w 1905"/>
                <a:gd name="connsiteY2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809">
                  <a:moveTo>
                    <a:pt x="0" y="1905"/>
                  </a:moveTo>
                  <a:lnTo>
                    <a:pt x="0" y="3810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60"/>
              </p:custDataLst>
            </p:nvPr>
          </p:nvSpPr>
          <p:spPr>
            <a:xfrm>
              <a:off x="2467927" y="4144327"/>
              <a:ext cx="1904" cy="1904"/>
            </a:xfrm>
            <a:custGeom>
              <a:avLst/>
              <a:gdLst>
                <a:gd name="connsiteX0" fmla="*/ 0 w 1904"/>
                <a:gd name="connsiteY0" fmla="*/ 953 h 1904"/>
                <a:gd name="connsiteX1" fmla="*/ 0 w 1904"/>
                <a:gd name="connsiteY1" fmla="*/ 1905 h 1904"/>
                <a:gd name="connsiteX2" fmla="*/ 1905 w 1904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904">
                  <a:moveTo>
                    <a:pt x="0" y="953"/>
                  </a:moveTo>
                  <a:lnTo>
                    <a:pt x="0" y="1905"/>
                  </a:lnTo>
                  <a:lnTo>
                    <a:pt x="190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3" name="任意多边形: 形状 52"/>
            <p:cNvSpPr/>
            <p:nvPr>
              <p:custDataLst>
                <p:tags r:id="rId61"/>
              </p:custDataLst>
            </p:nvPr>
          </p:nvSpPr>
          <p:spPr>
            <a:xfrm>
              <a:off x="2552700" y="396811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953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4" name="任意多边形: 形状 53"/>
            <p:cNvSpPr/>
            <p:nvPr>
              <p:custDataLst>
                <p:tags r:id="rId62"/>
              </p:custDataLst>
            </p:nvPr>
          </p:nvSpPr>
          <p:spPr>
            <a:xfrm>
              <a:off x="2567225" y="3969305"/>
              <a:ext cx="714" cy="714"/>
            </a:xfrm>
            <a:custGeom>
              <a:avLst/>
              <a:gdLst>
                <a:gd name="connsiteX0" fmla="*/ 714 w 714"/>
                <a:gd name="connsiteY0" fmla="*/ 714 h 714"/>
                <a:gd name="connsiteX1" fmla="*/ 714 w 714"/>
                <a:gd name="connsiteY1" fmla="*/ 714 h 714"/>
                <a:gd name="connsiteX2" fmla="*/ 714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714" y="714"/>
                  </a:moveTo>
                  <a:lnTo>
                    <a:pt x="714" y="714"/>
                  </a:lnTo>
                  <a:cubicBezTo>
                    <a:pt x="-238" y="-238"/>
                    <a:pt x="-238" y="-238"/>
                    <a:pt x="714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5" name="任意多边形: 形状 54"/>
            <p:cNvSpPr/>
            <p:nvPr>
              <p:custDataLst>
                <p:tags r:id="rId63"/>
              </p:custDataLst>
            </p:nvPr>
          </p:nvSpPr>
          <p:spPr>
            <a:xfrm>
              <a:off x="2638425" y="4034790"/>
              <a:ext cx="5864" cy="2857"/>
            </a:xfrm>
            <a:custGeom>
              <a:avLst/>
              <a:gdLst>
                <a:gd name="connsiteX0" fmla="*/ 0 w 5864"/>
                <a:gd name="connsiteY0" fmla="*/ 2857 h 2857"/>
                <a:gd name="connsiteX1" fmla="*/ 5715 w 5864"/>
                <a:gd name="connsiteY1" fmla="*/ 952 h 2857"/>
                <a:gd name="connsiteX2" fmla="*/ 4763 w 5864"/>
                <a:gd name="connsiteY2" fmla="*/ 0 h 2857"/>
                <a:gd name="connsiteX3" fmla="*/ 0 w 586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4" h="2857">
                  <a:moveTo>
                    <a:pt x="0" y="2857"/>
                  </a:moveTo>
                  <a:cubicBezTo>
                    <a:pt x="2858" y="1905"/>
                    <a:pt x="6667" y="1905"/>
                    <a:pt x="5715" y="952"/>
                  </a:cubicBezTo>
                  <a:lnTo>
                    <a:pt x="4763" y="0"/>
                  </a:lnTo>
                  <a:cubicBezTo>
                    <a:pt x="1905" y="1905"/>
                    <a:pt x="953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64"/>
              </p:custDataLst>
            </p:nvPr>
          </p:nvSpPr>
          <p:spPr>
            <a:xfrm>
              <a:off x="2677477" y="3974782"/>
              <a:ext cx="2857" cy="952"/>
            </a:xfrm>
            <a:custGeom>
              <a:avLst/>
              <a:gdLst>
                <a:gd name="connsiteX0" fmla="*/ 0 w 2857"/>
                <a:gd name="connsiteY0" fmla="*/ 952 h 952"/>
                <a:gd name="connsiteX1" fmla="*/ 0 w 2857"/>
                <a:gd name="connsiteY1" fmla="*/ 952 h 952"/>
                <a:gd name="connsiteX2" fmla="*/ 2857 w 2857"/>
                <a:gd name="connsiteY2" fmla="*/ 0 h 952"/>
                <a:gd name="connsiteX3" fmla="*/ 0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0" y="952"/>
                  </a:moveTo>
                  <a:lnTo>
                    <a:pt x="0" y="952"/>
                  </a:lnTo>
                  <a:cubicBezTo>
                    <a:pt x="1905" y="952"/>
                    <a:pt x="1905" y="952"/>
                    <a:pt x="2857" y="0"/>
                  </a:cubicBezTo>
                  <a:cubicBezTo>
                    <a:pt x="1905" y="0"/>
                    <a:pt x="952" y="0"/>
                    <a:pt x="0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65"/>
              </p:custDataLst>
            </p:nvPr>
          </p:nvSpPr>
          <p:spPr>
            <a:xfrm>
              <a:off x="2671762" y="3978592"/>
              <a:ext cx="3809" cy="952"/>
            </a:xfrm>
            <a:custGeom>
              <a:avLst/>
              <a:gdLst>
                <a:gd name="connsiteX0" fmla="*/ 3810 w 3809"/>
                <a:gd name="connsiteY0" fmla="*/ 953 h 952"/>
                <a:gd name="connsiteX1" fmla="*/ 0 w 3809"/>
                <a:gd name="connsiteY1" fmla="*/ 0 h 952"/>
                <a:gd name="connsiteX2" fmla="*/ 381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381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8" name="任意多边形: 形状 57"/>
            <p:cNvSpPr/>
            <p:nvPr>
              <p:custDataLst>
                <p:tags r:id="rId66"/>
              </p:custDataLst>
            </p:nvPr>
          </p:nvSpPr>
          <p:spPr>
            <a:xfrm>
              <a:off x="2479357" y="3961447"/>
              <a:ext cx="2057" cy="952"/>
            </a:xfrm>
            <a:custGeom>
              <a:avLst/>
              <a:gdLst>
                <a:gd name="connsiteX0" fmla="*/ 1905 w 2057"/>
                <a:gd name="connsiteY0" fmla="*/ 0 h 952"/>
                <a:gd name="connsiteX1" fmla="*/ 0 w 2057"/>
                <a:gd name="connsiteY1" fmla="*/ 952 h 952"/>
                <a:gd name="connsiteX2" fmla="*/ 1905 w 20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7" h="952">
                  <a:moveTo>
                    <a:pt x="1905" y="0"/>
                  </a:moveTo>
                  <a:lnTo>
                    <a:pt x="0" y="952"/>
                  </a:lnTo>
                  <a:cubicBezTo>
                    <a:pt x="2858" y="952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9" name="任意多边形: 形状 58"/>
            <p:cNvSpPr/>
            <p:nvPr>
              <p:custDataLst>
                <p:tags r:id="rId67"/>
              </p:custDataLst>
            </p:nvPr>
          </p:nvSpPr>
          <p:spPr>
            <a:xfrm>
              <a:off x="2538412" y="4096702"/>
              <a:ext cx="5715" cy="2857"/>
            </a:xfrm>
            <a:custGeom>
              <a:avLst/>
              <a:gdLst>
                <a:gd name="connsiteX0" fmla="*/ 0 w 5715"/>
                <a:gd name="connsiteY0" fmla="*/ 2857 h 2857"/>
                <a:gd name="connsiteX1" fmla="*/ 5715 w 5715"/>
                <a:gd name="connsiteY1" fmla="*/ 0 h 2857"/>
                <a:gd name="connsiteX2" fmla="*/ 0 w 5715"/>
                <a:gd name="connsiteY2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15" h="2857">
                  <a:moveTo>
                    <a:pt x="0" y="2857"/>
                  </a:moveTo>
                  <a:cubicBezTo>
                    <a:pt x="1905" y="1905"/>
                    <a:pt x="3810" y="953"/>
                    <a:pt x="5715" y="0"/>
                  </a:cubicBezTo>
                  <a:cubicBezTo>
                    <a:pt x="2858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0" name="任意多边形: 形状 59"/>
            <p:cNvSpPr/>
            <p:nvPr>
              <p:custDataLst>
                <p:tags r:id="rId68"/>
              </p:custDataLst>
            </p:nvPr>
          </p:nvSpPr>
          <p:spPr>
            <a:xfrm>
              <a:off x="2559367" y="3956685"/>
              <a:ext cx="1904" cy="952"/>
            </a:xfrm>
            <a:custGeom>
              <a:avLst/>
              <a:gdLst>
                <a:gd name="connsiteX0" fmla="*/ 1905 w 1904"/>
                <a:gd name="connsiteY0" fmla="*/ 0 h 952"/>
                <a:gd name="connsiteX1" fmla="*/ 0 w 1904"/>
                <a:gd name="connsiteY1" fmla="*/ 952 h 952"/>
                <a:gd name="connsiteX2" fmla="*/ 1905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0"/>
                  </a:moveTo>
                  <a:cubicBezTo>
                    <a:pt x="953" y="0"/>
                    <a:pt x="0" y="0"/>
                    <a:pt x="0" y="952"/>
                  </a:cubicBez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69"/>
              </p:custDataLst>
            </p:nvPr>
          </p:nvSpPr>
          <p:spPr>
            <a:xfrm>
              <a:off x="2544127" y="4093844"/>
              <a:ext cx="5714" cy="2857"/>
            </a:xfrm>
            <a:custGeom>
              <a:avLst/>
              <a:gdLst>
                <a:gd name="connsiteX0" fmla="*/ 5715 w 5714"/>
                <a:gd name="connsiteY0" fmla="*/ 0 h 2857"/>
                <a:gd name="connsiteX1" fmla="*/ 4763 w 5714"/>
                <a:gd name="connsiteY1" fmla="*/ 0 h 2857"/>
                <a:gd name="connsiteX2" fmla="*/ 0 w 5714"/>
                <a:gd name="connsiteY2" fmla="*/ 2858 h 2857"/>
                <a:gd name="connsiteX3" fmla="*/ 5715 w 571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4" h="2857">
                  <a:moveTo>
                    <a:pt x="5715" y="0"/>
                  </a:moveTo>
                  <a:cubicBezTo>
                    <a:pt x="5715" y="0"/>
                    <a:pt x="4763" y="0"/>
                    <a:pt x="4763" y="0"/>
                  </a:cubicBezTo>
                  <a:cubicBezTo>
                    <a:pt x="3810" y="953"/>
                    <a:pt x="1905" y="1905"/>
                    <a:pt x="0" y="2858"/>
                  </a:cubicBezTo>
                  <a:cubicBezTo>
                    <a:pt x="1905" y="2858"/>
                    <a:pt x="3810" y="1905"/>
                    <a:pt x="571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2" name="任意多边形: 形状 61"/>
            <p:cNvSpPr/>
            <p:nvPr>
              <p:custDataLst>
                <p:tags r:id="rId70"/>
              </p:custDataLst>
            </p:nvPr>
          </p:nvSpPr>
          <p:spPr>
            <a:xfrm>
              <a:off x="2363152" y="4127182"/>
              <a:ext cx="9525" cy="714"/>
            </a:xfrm>
            <a:custGeom>
              <a:avLst/>
              <a:gdLst>
                <a:gd name="connsiteX0" fmla="*/ 0 w 9525"/>
                <a:gd name="connsiteY0" fmla="*/ 0 h 714"/>
                <a:gd name="connsiteX1" fmla="*/ 0 w 9525"/>
                <a:gd name="connsiteY1" fmla="*/ 0 h 714"/>
                <a:gd name="connsiteX2" fmla="*/ 0 w 9525"/>
                <a:gd name="connsiteY2" fmla="*/ 0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714">
                  <a:moveTo>
                    <a:pt x="0" y="0"/>
                  </a:moveTo>
                  <a:lnTo>
                    <a:pt x="0" y="0"/>
                  </a:ln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3" name="任意多边形: 形状 62"/>
            <p:cNvSpPr/>
            <p:nvPr>
              <p:custDataLst>
                <p:tags r:id="rId71"/>
              </p:custDataLst>
            </p:nvPr>
          </p:nvSpPr>
          <p:spPr>
            <a:xfrm>
              <a:off x="2332672" y="4196714"/>
              <a:ext cx="952" cy="2857"/>
            </a:xfrm>
            <a:custGeom>
              <a:avLst/>
              <a:gdLst>
                <a:gd name="connsiteX0" fmla="*/ 0 w 952"/>
                <a:gd name="connsiteY0" fmla="*/ 2858 h 2857"/>
                <a:gd name="connsiteX1" fmla="*/ 953 w 952"/>
                <a:gd name="connsiteY1" fmla="*/ 0 h 2857"/>
                <a:gd name="connsiteX2" fmla="*/ 0 w 952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0" y="2858"/>
                  </a:moveTo>
                  <a:cubicBezTo>
                    <a:pt x="0" y="1905"/>
                    <a:pt x="0" y="953"/>
                    <a:pt x="953" y="0"/>
                  </a:cubicBezTo>
                  <a:cubicBezTo>
                    <a:pt x="0" y="0"/>
                    <a:pt x="0" y="953"/>
                    <a:pt x="0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72"/>
              </p:custDataLst>
            </p:nvPr>
          </p:nvSpPr>
          <p:spPr>
            <a:xfrm>
              <a:off x="2495402" y="4128134"/>
              <a:ext cx="1099" cy="423"/>
            </a:xfrm>
            <a:custGeom>
              <a:avLst/>
              <a:gdLst>
                <a:gd name="connsiteX0" fmla="*/ 1100 w 1099"/>
                <a:gd name="connsiteY0" fmla="*/ 0 h 423"/>
                <a:gd name="connsiteX1" fmla="*/ 1100 w 1099"/>
                <a:gd name="connsiteY1" fmla="*/ 0 h 423"/>
                <a:gd name="connsiteX2" fmla="*/ 1100 w 1099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9" h="423">
                  <a:moveTo>
                    <a:pt x="1100" y="0"/>
                  </a:moveTo>
                  <a:cubicBezTo>
                    <a:pt x="-805" y="953"/>
                    <a:pt x="147" y="0"/>
                    <a:pt x="1100" y="0"/>
                  </a:cubicBezTo>
                  <a:lnTo>
                    <a:pt x="1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5" name="任意多边形: 形状 64"/>
            <p:cNvSpPr/>
            <p:nvPr>
              <p:custDataLst>
                <p:tags r:id="rId73"/>
              </p:custDataLst>
            </p:nvPr>
          </p:nvSpPr>
          <p:spPr>
            <a:xfrm>
              <a:off x="2486025" y="4128134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3" y="0"/>
                    <a:pt x="953" y="0"/>
                    <a:pt x="0" y="0"/>
                  </a:cubicBezTo>
                  <a:cubicBezTo>
                    <a:pt x="953" y="0"/>
                    <a:pt x="953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6" name="任意多边形: 形状 65"/>
            <p:cNvSpPr/>
            <p:nvPr>
              <p:custDataLst>
                <p:tags r:id="rId74"/>
              </p:custDataLst>
            </p:nvPr>
          </p:nvSpPr>
          <p:spPr>
            <a:xfrm>
              <a:off x="2560320" y="4078605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75"/>
              </p:custDataLst>
            </p:nvPr>
          </p:nvSpPr>
          <p:spPr>
            <a:xfrm>
              <a:off x="2493645" y="4128134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953"/>
                    <a:pt x="952" y="0"/>
                    <a:pt x="1905" y="0"/>
                  </a:cubicBezTo>
                  <a:cubicBezTo>
                    <a:pt x="1905" y="0"/>
                    <a:pt x="952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76"/>
              </p:custDataLst>
            </p:nvPr>
          </p:nvSpPr>
          <p:spPr>
            <a:xfrm>
              <a:off x="2493019" y="4129087"/>
              <a:ext cx="1578" cy="952"/>
            </a:xfrm>
            <a:custGeom>
              <a:avLst/>
              <a:gdLst>
                <a:gd name="connsiteX0" fmla="*/ 1578 w 1578"/>
                <a:gd name="connsiteY0" fmla="*/ 0 h 952"/>
                <a:gd name="connsiteX1" fmla="*/ 626 w 1578"/>
                <a:gd name="connsiteY1" fmla="*/ 953 h 952"/>
                <a:gd name="connsiteX2" fmla="*/ 1578 w 1578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78" h="952">
                  <a:moveTo>
                    <a:pt x="1578" y="0"/>
                  </a:moveTo>
                  <a:cubicBezTo>
                    <a:pt x="626" y="0"/>
                    <a:pt x="626" y="953"/>
                    <a:pt x="626" y="953"/>
                  </a:cubicBezTo>
                  <a:cubicBezTo>
                    <a:pt x="-327" y="953"/>
                    <a:pt x="-327" y="953"/>
                    <a:pt x="157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77"/>
              </p:custDataLst>
            </p:nvPr>
          </p:nvSpPr>
          <p:spPr>
            <a:xfrm>
              <a:off x="2495550" y="4126230"/>
              <a:ext cx="2857" cy="952"/>
            </a:xfrm>
            <a:custGeom>
              <a:avLst/>
              <a:gdLst>
                <a:gd name="connsiteX0" fmla="*/ 2858 w 2857"/>
                <a:gd name="connsiteY0" fmla="*/ 0 h 952"/>
                <a:gd name="connsiteX1" fmla="*/ 0 w 2857"/>
                <a:gd name="connsiteY1" fmla="*/ 952 h 952"/>
                <a:gd name="connsiteX2" fmla="*/ 0 w 2857"/>
                <a:gd name="connsiteY2" fmla="*/ 952 h 952"/>
                <a:gd name="connsiteX3" fmla="*/ 2858 w 2857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0"/>
                  </a:moveTo>
                  <a:cubicBezTo>
                    <a:pt x="1905" y="952"/>
                    <a:pt x="953" y="952"/>
                    <a:pt x="0" y="952"/>
                  </a:cubicBezTo>
                  <a:cubicBezTo>
                    <a:pt x="0" y="952"/>
                    <a:pt x="953" y="952"/>
                    <a:pt x="0" y="952"/>
                  </a:cubicBezTo>
                  <a:cubicBezTo>
                    <a:pt x="953" y="952"/>
                    <a:pt x="1905" y="952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0" name="任意多边形: 形状 69"/>
            <p:cNvSpPr/>
            <p:nvPr>
              <p:custDataLst>
                <p:tags r:id="rId78"/>
              </p:custDataLst>
            </p:nvPr>
          </p:nvSpPr>
          <p:spPr>
            <a:xfrm>
              <a:off x="2395537" y="3988117"/>
              <a:ext cx="9525" cy="1803"/>
            </a:xfrm>
            <a:custGeom>
              <a:avLst/>
              <a:gdLst>
                <a:gd name="connsiteX0" fmla="*/ 0 w 9525"/>
                <a:gd name="connsiteY0" fmla="*/ 0 h 1803"/>
                <a:gd name="connsiteX1" fmla="*/ 0 w 9525"/>
                <a:gd name="connsiteY1" fmla="*/ 0 h 1803"/>
                <a:gd name="connsiteX2" fmla="*/ 0 w 9525"/>
                <a:gd name="connsiteY2" fmla="*/ 0 h 1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1803">
                  <a:moveTo>
                    <a:pt x="0" y="0"/>
                  </a:moveTo>
                  <a:cubicBezTo>
                    <a:pt x="0" y="953"/>
                    <a:pt x="0" y="953"/>
                    <a:pt x="0" y="0"/>
                  </a:cubicBezTo>
                  <a:cubicBezTo>
                    <a:pt x="0" y="2858"/>
                    <a:pt x="0" y="190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79"/>
              </p:custDataLst>
            </p:nvPr>
          </p:nvSpPr>
          <p:spPr>
            <a:xfrm>
              <a:off x="2669857" y="400335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80"/>
              </p:custDataLst>
            </p:nvPr>
          </p:nvSpPr>
          <p:spPr>
            <a:xfrm>
              <a:off x="2669857" y="3998595"/>
              <a:ext cx="4762" cy="5714"/>
            </a:xfrm>
            <a:custGeom>
              <a:avLst/>
              <a:gdLst>
                <a:gd name="connsiteX0" fmla="*/ 4763 w 4762"/>
                <a:gd name="connsiteY0" fmla="*/ 0 h 5714"/>
                <a:gd name="connsiteX1" fmla="*/ 0 w 4762"/>
                <a:gd name="connsiteY1" fmla="*/ 3810 h 5714"/>
                <a:gd name="connsiteX2" fmla="*/ 3810 w 4762"/>
                <a:gd name="connsiteY2" fmla="*/ 5715 h 5714"/>
                <a:gd name="connsiteX3" fmla="*/ 4763 w 4762"/>
                <a:gd name="connsiteY3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5714">
                  <a:moveTo>
                    <a:pt x="4763" y="0"/>
                  </a:moveTo>
                  <a:cubicBezTo>
                    <a:pt x="2858" y="2858"/>
                    <a:pt x="1905" y="2858"/>
                    <a:pt x="0" y="3810"/>
                  </a:cubicBezTo>
                  <a:lnTo>
                    <a:pt x="3810" y="5715"/>
                  </a:lnTo>
                  <a:lnTo>
                    <a:pt x="47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3" name="任意多边形: 形状 72"/>
            <p:cNvSpPr/>
            <p:nvPr>
              <p:custDataLst>
                <p:tags r:id="rId81"/>
              </p:custDataLst>
            </p:nvPr>
          </p:nvSpPr>
          <p:spPr>
            <a:xfrm>
              <a:off x="2327368" y="3940492"/>
              <a:ext cx="406306" cy="275272"/>
            </a:xfrm>
            <a:custGeom>
              <a:avLst/>
              <a:gdLst>
                <a:gd name="connsiteX0" fmla="*/ 194851 w 406306"/>
                <a:gd name="connsiteY0" fmla="*/ 24765 h 275272"/>
                <a:gd name="connsiteX1" fmla="*/ 198661 w 406306"/>
                <a:gd name="connsiteY1" fmla="*/ 26670 h 275272"/>
                <a:gd name="connsiteX2" fmla="*/ 192946 w 406306"/>
                <a:gd name="connsiteY2" fmla="*/ 28575 h 275272"/>
                <a:gd name="connsiteX3" fmla="*/ 211044 w 406306"/>
                <a:gd name="connsiteY3" fmla="*/ 26670 h 275272"/>
                <a:gd name="connsiteX4" fmla="*/ 213901 w 406306"/>
                <a:gd name="connsiteY4" fmla="*/ 27623 h 275272"/>
                <a:gd name="connsiteX5" fmla="*/ 211996 w 406306"/>
                <a:gd name="connsiteY5" fmla="*/ 27623 h 275272"/>
                <a:gd name="connsiteX6" fmla="*/ 223426 w 406306"/>
                <a:gd name="connsiteY6" fmla="*/ 26670 h 275272"/>
                <a:gd name="connsiteX7" fmla="*/ 226284 w 406306"/>
                <a:gd name="connsiteY7" fmla="*/ 28575 h 275272"/>
                <a:gd name="connsiteX8" fmla="*/ 231999 w 406306"/>
                <a:gd name="connsiteY8" fmla="*/ 28575 h 275272"/>
                <a:gd name="connsiteX9" fmla="*/ 231999 w 406306"/>
                <a:gd name="connsiteY9" fmla="*/ 29528 h 275272"/>
                <a:gd name="connsiteX10" fmla="*/ 240571 w 406306"/>
                <a:gd name="connsiteY10" fmla="*/ 30480 h 275272"/>
                <a:gd name="connsiteX11" fmla="*/ 240571 w 406306"/>
                <a:gd name="connsiteY11" fmla="*/ 30480 h 275272"/>
                <a:gd name="connsiteX12" fmla="*/ 246286 w 406306"/>
                <a:gd name="connsiteY12" fmla="*/ 29528 h 275272"/>
                <a:gd name="connsiteX13" fmla="*/ 245334 w 406306"/>
                <a:gd name="connsiteY13" fmla="*/ 30480 h 275272"/>
                <a:gd name="connsiteX14" fmla="*/ 250096 w 406306"/>
                <a:gd name="connsiteY14" fmla="*/ 30480 h 275272"/>
                <a:gd name="connsiteX15" fmla="*/ 244381 w 406306"/>
                <a:gd name="connsiteY15" fmla="*/ 31433 h 275272"/>
                <a:gd name="connsiteX16" fmla="*/ 257716 w 406306"/>
                <a:gd name="connsiteY16" fmla="*/ 34290 h 275272"/>
                <a:gd name="connsiteX17" fmla="*/ 253906 w 406306"/>
                <a:gd name="connsiteY17" fmla="*/ 31433 h 275272"/>
                <a:gd name="connsiteX18" fmla="*/ 265336 w 406306"/>
                <a:gd name="connsiteY18" fmla="*/ 35243 h 275272"/>
                <a:gd name="connsiteX19" fmla="*/ 260574 w 406306"/>
                <a:gd name="connsiteY19" fmla="*/ 30480 h 275272"/>
                <a:gd name="connsiteX20" fmla="*/ 266289 w 406306"/>
                <a:gd name="connsiteY20" fmla="*/ 30480 h 275272"/>
                <a:gd name="connsiteX21" fmla="*/ 272004 w 406306"/>
                <a:gd name="connsiteY21" fmla="*/ 32385 h 275272"/>
                <a:gd name="connsiteX22" fmla="*/ 272004 w 406306"/>
                <a:gd name="connsiteY22" fmla="*/ 34290 h 275272"/>
                <a:gd name="connsiteX23" fmla="*/ 277719 w 406306"/>
                <a:gd name="connsiteY23" fmla="*/ 32385 h 275272"/>
                <a:gd name="connsiteX24" fmla="*/ 283434 w 406306"/>
                <a:gd name="connsiteY24" fmla="*/ 35243 h 275272"/>
                <a:gd name="connsiteX25" fmla="*/ 287244 w 406306"/>
                <a:gd name="connsiteY25" fmla="*/ 33338 h 275272"/>
                <a:gd name="connsiteX26" fmla="*/ 303436 w 406306"/>
                <a:gd name="connsiteY26" fmla="*/ 34290 h 275272"/>
                <a:gd name="connsiteX27" fmla="*/ 304389 w 406306"/>
                <a:gd name="connsiteY27" fmla="*/ 36195 h 275272"/>
                <a:gd name="connsiteX28" fmla="*/ 308199 w 406306"/>
                <a:gd name="connsiteY28" fmla="*/ 35243 h 275272"/>
                <a:gd name="connsiteX29" fmla="*/ 308199 w 406306"/>
                <a:gd name="connsiteY29" fmla="*/ 36195 h 275272"/>
                <a:gd name="connsiteX30" fmla="*/ 312961 w 406306"/>
                <a:gd name="connsiteY30" fmla="*/ 34290 h 275272"/>
                <a:gd name="connsiteX31" fmla="*/ 327249 w 406306"/>
                <a:gd name="connsiteY31" fmla="*/ 36195 h 275272"/>
                <a:gd name="connsiteX32" fmla="*/ 327249 w 406306"/>
                <a:gd name="connsiteY32" fmla="*/ 38100 h 275272"/>
                <a:gd name="connsiteX33" fmla="*/ 340584 w 406306"/>
                <a:gd name="connsiteY33" fmla="*/ 36195 h 275272"/>
                <a:gd name="connsiteX34" fmla="*/ 345346 w 406306"/>
                <a:gd name="connsiteY34" fmla="*/ 38100 h 275272"/>
                <a:gd name="connsiteX35" fmla="*/ 351061 w 406306"/>
                <a:gd name="connsiteY35" fmla="*/ 34290 h 275272"/>
                <a:gd name="connsiteX36" fmla="*/ 348204 w 406306"/>
                <a:gd name="connsiteY36" fmla="*/ 32385 h 275272"/>
                <a:gd name="connsiteX37" fmla="*/ 354871 w 406306"/>
                <a:gd name="connsiteY37" fmla="*/ 32385 h 275272"/>
                <a:gd name="connsiteX38" fmla="*/ 353919 w 406306"/>
                <a:gd name="connsiteY38" fmla="*/ 34290 h 275272"/>
                <a:gd name="connsiteX39" fmla="*/ 354871 w 406306"/>
                <a:gd name="connsiteY39" fmla="*/ 34290 h 275272"/>
                <a:gd name="connsiteX40" fmla="*/ 353919 w 406306"/>
                <a:gd name="connsiteY40" fmla="*/ 37148 h 275272"/>
                <a:gd name="connsiteX41" fmla="*/ 351061 w 406306"/>
                <a:gd name="connsiteY41" fmla="*/ 36195 h 275272"/>
                <a:gd name="connsiteX42" fmla="*/ 348204 w 406306"/>
                <a:gd name="connsiteY42" fmla="*/ 39053 h 275272"/>
                <a:gd name="connsiteX43" fmla="*/ 350109 w 406306"/>
                <a:gd name="connsiteY43" fmla="*/ 39053 h 275272"/>
                <a:gd name="connsiteX44" fmla="*/ 349156 w 406306"/>
                <a:gd name="connsiteY44" fmla="*/ 40005 h 275272"/>
                <a:gd name="connsiteX45" fmla="*/ 351061 w 406306"/>
                <a:gd name="connsiteY45" fmla="*/ 40005 h 275272"/>
                <a:gd name="connsiteX46" fmla="*/ 352014 w 406306"/>
                <a:gd name="connsiteY46" fmla="*/ 41910 h 275272"/>
                <a:gd name="connsiteX47" fmla="*/ 352014 w 406306"/>
                <a:gd name="connsiteY47" fmla="*/ 40958 h 275272"/>
                <a:gd name="connsiteX48" fmla="*/ 356776 w 406306"/>
                <a:gd name="connsiteY48" fmla="*/ 41910 h 275272"/>
                <a:gd name="connsiteX49" fmla="*/ 358681 w 406306"/>
                <a:gd name="connsiteY49" fmla="*/ 42863 h 275272"/>
                <a:gd name="connsiteX50" fmla="*/ 359634 w 406306"/>
                <a:gd name="connsiteY50" fmla="*/ 42863 h 275272"/>
                <a:gd name="connsiteX51" fmla="*/ 383446 w 406306"/>
                <a:gd name="connsiteY51" fmla="*/ 40005 h 275272"/>
                <a:gd name="connsiteX52" fmla="*/ 372969 w 406306"/>
                <a:gd name="connsiteY52" fmla="*/ 42863 h 275272"/>
                <a:gd name="connsiteX53" fmla="*/ 370111 w 406306"/>
                <a:gd name="connsiteY53" fmla="*/ 41910 h 275272"/>
                <a:gd name="connsiteX54" fmla="*/ 364396 w 406306"/>
                <a:gd name="connsiteY54" fmla="*/ 41910 h 275272"/>
                <a:gd name="connsiteX55" fmla="*/ 363444 w 406306"/>
                <a:gd name="connsiteY55" fmla="*/ 42863 h 275272"/>
                <a:gd name="connsiteX56" fmla="*/ 371064 w 406306"/>
                <a:gd name="connsiteY56" fmla="*/ 41910 h 275272"/>
                <a:gd name="connsiteX57" fmla="*/ 369159 w 406306"/>
                <a:gd name="connsiteY57" fmla="*/ 43815 h 275272"/>
                <a:gd name="connsiteX58" fmla="*/ 376779 w 406306"/>
                <a:gd name="connsiteY58" fmla="*/ 42863 h 275272"/>
                <a:gd name="connsiteX59" fmla="*/ 373921 w 406306"/>
                <a:gd name="connsiteY59" fmla="*/ 45720 h 275272"/>
                <a:gd name="connsiteX60" fmla="*/ 372969 w 406306"/>
                <a:gd name="connsiteY60" fmla="*/ 44768 h 275272"/>
                <a:gd name="connsiteX61" fmla="*/ 372016 w 406306"/>
                <a:gd name="connsiteY61" fmla="*/ 46673 h 275272"/>
                <a:gd name="connsiteX62" fmla="*/ 370111 w 406306"/>
                <a:gd name="connsiteY62" fmla="*/ 48578 h 275272"/>
                <a:gd name="connsiteX63" fmla="*/ 371064 w 406306"/>
                <a:gd name="connsiteY63" fmla="*/ 47625 h 275272"/>
                <a:gd name="connsiteX64" fmla="*/ 366301 w 406306"/>
                <a:gd name="connsiteY64" fmla="*/ 50483 h 275272"/>
                <a:gd name="connsiteX65" fmla="*/ 367254 w 406306"/>
                <a:gd name="connsiteY65" fmla="*/ 50483 h 275272"/>
                <a:gd name="connsiteX66" fmla="*/ 363444 w 406306"/>
                <a:gd name="connsiteY66" fmla="*/ 52388 h 275272"/>
                <a:gd name="connsiteX67" fmla="*/ 358681 w 406306"/>
                <a:gd name="connsiteY67" fmla="*/ 56198 h 275272"/>
                <a:gd name="connsiteX68" fmla="*/ 351061 w 406306"/>
                <a:gd name="connsiteY68" fmla="*/ 62865 h 275272"/>
                <a:gd name="connsiteX69" fmla="*/ 351061 w 406306"/>
                <a:gd name="connsiteY69" fmla="*/ 59055 h 275272"/>
                <a:gd name="connsiteX70" fmla="*/ 343441 w 406306"/>
                <a:gd name="connsiteY70" fmla="*/ 73343 h 275272"/>
                <a:gd name="connsiteX71" fmla="*/ 341536 w 406306"/>
                <a:gd name="connsiteY71" fmla="*/ 64770 h 275272"/>
                <a:gd name="connsiteX72" fmla="*/ 334869 w 406306"/>
                <a:gd name="connsiteY72" fmla="*/ 69533 h 275272"/>
                <a:gd name="connsiteX73" fmla="*/ 337726 w 406306"/>
                <a:gd name="connsiteY73" fmla="*/ 71438 h 275272"/>
                <a:gd name="connsiteX74" fmla="*/ 328201 w 406306"/>
                <a:gd name="connsiteY74" fmla="*/ 73343 h 275272"/>
                <a:gd name="connsiteX75" fmla="*/ 327249 w 406306"/>
                <a:gd name="connsiteY75" fmla="*/ 78105 h 275272"/>
                <a:gd name="connsiteX76" fmla="*/ 326296 w 406306"/>
                <a:gd name="connsiteY76" fmla="*/ 75248 h 275272"/>
                <a:gd name="connsiteX77" fmla="*/ 321534 w 406306"/>
                <a:gd name="connsiteY77" fmla="*/ 81915 h 275272"/>
                <a:gd name="connsiteX78" fmla="*/ 318676 w 406306"/>
                <a:gd name="connsiteY78" fmla="*/ 80010 h 275272"/>
                <a:gd name="connsiteX79" fmla="*/ 312009 w 406306"/>
                <a:gd name="connsiteY79" fmla="*/ 84773 h 275272"/>
                <a:gd name="connsiteX80" fmla="*/ 314866 w 406306"/>
                <a:gd name="connsiteY80" fmla="*/ 83820 h 275272"/>
                <a:gd name="connsiteX81" fmla="*/ 303436 w 406306"/>
                <a:gd name="connsiteY81" fmla="*/ 96203 h 275272"/>
                <a:gd name="connsiteX82" fmla="*/ 299626 w 406306"/>
                <a:gd name="connsiteY82" fmla="*/ 93345 h 275272"/>
                <a:gd name="connsiteX83" fmla="*/ 291054 w 406306"/>
                <a:gd name="connsiteY83" fmla="*/ 109538 h 275272"/>
                <a:gd name="connsiteX84" fmla="*/ 289149 w 406306"/>
                <a:gd name="connsiteY84" fmla="*/ 109538 h 275272"/>
                <a:gd name="connsiteX85" fmla="*/ 285339 w 406306"/>
                <a:gd name="connsiteY85" fmla="*/ 113348 h 275272"/>
                <a:gd name="connsiteX86" fmla="*/ 295816 w 406306"/>
                <a:gd name="connsiteY86" fmla="*/ 95250 h 275272"/>
                <a:gd name="connsiteX87" fmla="*/ 291054 w 406306"/>
                <a:gd name="connsiteY87" fmla="*/ 97155 h 275272"/>
                <a:gd name="connsiteX88" fmla="*/ 293911 w 406306"/>
                <a:gd name="connsiteY88" fmla="*/ 94298 h 275272"/>
                <a:gd name="connsiteX89" fmla="*/ 284386 w 406306"/>
                <a:gd name="connsiteY89" fmla="*/ 100013 h 275272"/>
                <a:gd name="connsiteX90" fmla="*/ 279624 w 406306"/>
                <a:gd name="connsiteY90" fmla="*/ 106680 h 275272"/>
                <a:gd name="connsiteX91" fmla="*/ 288196 w 406306"/>
                <a:gd name="connsiteY91" fmla="*/ 99060 h 275272"/>
                <a:gd name="connsiteX92" fmla="*/ 278671 w 406306"/>
                <a:gd name="connsiteY92" fmla="*/ 110490 h 275272"/>
                <a:gd name="connsiteX93" fmla="*/ 277719 w 406306"/>
                <a:gd name="connsiteY93" fmla="*/ 106680 h 275272"/>
                <a:gd name="connsiteX94" fmla="*/ 271051 w 406306"/>
                <a:gd name="connsiteY94" fmla="*/ 111443 h 275272"/>
                <a:gd name="connsiteX95" fmla="*/ 272956 w 406306"/>
                <a:gd name="connsiteY95" fmla="*/ 108585 h 275272"/>
                <a:gd name="connsiteX96" fmla="*/ 263431 w 406306"/>
                <a:gd name="connsiteY96" fmla="*/ 115252 h 275272"/>
                <a:gd name="connsiteX97" fmla="*/ 257716 w 406306"/>
                <a:gd name="connsiteY97" fmla="*/ 117158 h 275272"/>
                <a:gd name="connsiteX98" fmla="*/ 264384 w 406306"/>
                <a:gd name="connsiteY98" fmla="*/ 124777 h 275272"/>
                <a:gd name="connsiteX99" fmla="*/ 252954 w 406306"/>
                <a:gd name="connsiteY99" fmla="*/ 128588 h 275272"/>
                <a:gd name="connsiteX100" fmla="*/ 252001 w 406306"/>
                <a:gd name="connsiteY100" fmla="*/ 122873 h 275272"/>
                <a:gd name="connsiteX101" fmla="*/ 251049 w 406306"/>
                <a:gd name="connsiteY101" fmla="*/ 125730 h 275272"/>
                <a:gd name="connsiteX102" fmla="*/ 247239 w 406306"/>
                <a:gd name="connsiteY102" fmla="*/ 126683 h 275272"/>
                <a:gd name="connsiteX103" fmla="*/ 246286 w 406306"/>
                <a:gd name="connsiteY103" fmla="*/ 128588 h 275272"/>
                <a:gd name="connsiteX104" fmla="*/ 238666 w 406306"/>
                <a:gd name="connsiteY104" fmla="*/ 133350 h 275272"/>
                <a:gd name="connsiteX105" fmla="*/ 233904 w 406306"/>
                <a:gd name="connsiteY105" fmla="*/ 141923 h 275272"/>
                <a:gd name="connsiteX106" fmla="*/ 231999 w 406306"/>
                <a:gd name="connsiteY106" fmla="*/ 140970 h 275272"/>
                <a:gd name="connsiteX107" fmla="*/ 214854 w 406306"/>
                <a:gd name="connsiteY107" fmla="*/ 150495 h 275272"/>
                <a:gd name="connsiteX108" fmla="*/ 211996 w 406306"/>
                <a:gd name="connsiteY108" fmla="*/ 150495 h 275272"/>
                <a:gd name="connsiteX109" fmla="*/ 209139 w 406306"/>
                <a:gd name="connsiteY109" fmla="*/ 153353 h 275272"/>
                <a:gd name="connsiteX110" fmla="*/ 209139 w 406306"/>
                <a:gd name="connsiteY110" fmla="*/ 150495 h 275272"/>
                <a:gd name="connsiteX111" fmla="*/ 202471 w 406306"/>
                <a:gd name="connsiteY111" fmla="*/ 157163 h 275272"/>
                <a:gd name="connsiteX112" fmla="*/ 211996 w 406306"/>
                <a:gd name="connsiteY112" fmla="*/ 150495 h 275272"/>
                <a:gd name="connsiteX113" fmla="*/ 203424 w 406306"/>
                <a:gd name="connsiteY113" fmla="*/ 162878 h 275272"/>
                <a:gd name="connsiteX114" fmla="*/ 199614 w 406306"/>
                <a:gd name="connsiteY114" fmla="*/ 163830 h 275272"/>
                <a:gd name="connsiteX115" fmla="*/ 184374 w 406306"/>
                <a:gd name="connsiteY115" fmla="*/ 176213 h 275272"/>
                <a:gd name="connsiteX116" fmla="*/ 181516 w 406306"/>
                <a:gd name="connsiteY116" fmla="*/ 173355 h 275272"/>
                <a:gd name="connsiteX117" fmla="*/ 191994 w 406306"/>
                <a:gd name="connsiteY117" fmla="*/ 167640 h 275272"/>
                <a:gd name="connsiteX118" fmla="*/ 188184 w 406306"/>
                <a:gd name="connsiteY118" fmla="*/ 169545 h 275272"/>
                <a:gd name="connsiteX119" fmla="*/ 193899 w 406306"/>
                <a:gd name="connsiteY119" fmla="*/ 165735 h 275272"/>
                <a:gd name="connsiteX120" fmla="*/ 168181 w 406306"/>
                <a:gd name="connsiteY120" fmla="*/ 180023 h 275272"/>
                <a:gd name="connsiteX121" fmla="*/ 166276 w 406306"/>
                <a:gd name="connsiteY121" fmla="*/ 182880 h 275272"/>
                <a:gd name="connsiteX122" fmla="*/ 168181 w 406306"/>
                <a:gd name="connsiteY122" fmla="*/ 180975 h 275272"/>
                <a:gd name="connsiteX123" fmla="*/ 168181 w 406306"/>
                <a:gd name="connsiteY123" fmla="*/ 183833 h 275272"/>
                <a:gd name="connsiteX124" fmla="*/ 157704 w 406306"/>
                <a:gd name="connsiteY124" fmla="*/ 192405 h 275272"/>
                <a:gd name="connsiteX125" fmla="*/ 155799 w 406306"/>
                <a:gd name="connsiteY125" fmla="*/ 191453 h 275272"/>
                <a:gd name="connsiteX126" fmla="*/ 160561 w 406306"/>
                <a:gd name="connsiteY126" fmla="*/ 189548 h 275272"/>
                <a:gd name="connsiteX127" fmla="*/ 151036 w 406306"/>
                <a:gd name="connsiteY127" fmla="*/ 195263 h 275272"/>
                <a:gd name="connsiteX128" fmla="*/ 154846 w 406306"/>
                <a:gd name="connsiteY128" fmla="*/ 194310 h 275272"/>
                <a:gd name="connsiteX129" fmla="*/ 144369 w 406306"/>
                <a:gd name="connsiteY129" fmla="*/ 202883 h 275272"/>
                <a:gd name="connsiteX130" fmla="*/ 149131 w 406306"/>
                <a:gd name="connsiteY130" fmla="*/ 201930 h 275272"/>
                <a:gd name="connsiteX131" fmla="*/ 153894 w 406306"/>
                <a:gd name="connsiteY131" fmla="*/ 196215 h 275272"/>
                <a:gd name="connsiteX132" fmla="*/ 164371 w 406306"/>
                <a:gd name="connsiteY132" fmla="*/ 193358 h 275272"/>
                <a:gd name="connsiteX133" fmla="*/ 166276 w 406306"/>
                <a:gd name="connsiteY133" fmla="*/ 191453 h 275272"/>
                <a:gd name="connsiteX134" fmla="*/ 167229 w 406306"/>
                <a:gd name="connsiteY134" fmla="*/ 190500 h 275272"/>
                <a:gd name="connsiteX135" fmla="*/ 167229 w 406306"/>
                <a:gd name="connsiteY135" fmla="*/ 190500 h 275272"/>
                <a:gd name="connsiteX136" fmla="*/ 167229 w 406306"/>
                <a:gd name="connsiteY136" fmla="*/ 190500 h 275272"/>
                <a:gd name="connsiteX137" fmla="*/ 167229 w 406306"/>
                <a:gd name="connsiteY137" fmla="*/ 190500 h 275272"/>
                <a:gd name="connsiteX138" fmla="*/ 165324 w 406306"/>
                <a:gd name="connsiteY138" fmla="*/ 190500 h 275272"/>
                <a:gd name="connsiteX139" fmla="*/ 172944 w 406306"/>
                <a:gd name="connsiteY139" fmla="*/ 182880 h 275272"/>
                <a:gd name="connsiteX140" fmla="*/ 173896 w 406306"/>
                <a:gd name="connsiteY140" fmla="*/ 183833 h 275272"/>
                <a:gd name="connsiteX141" fmla="*/ 175801 w 406306"/>
                <a:gd name="connsiteY141" fmla="*/ 180975 h 275272"/>
                <a:gd name="connsiteX142" fmla="*/ 177706 w 406306"/>
                <a:gd name="connsiteY142" fmla="*/ 182880 h 275272"/>
                <a:gd name="connsiteX143" fmla="*/ 182469 w 406306"/>
                <a:gd name="connsiteY143" fmla="*/ 180023 h 275272"/>
                <a:gd name="connsiteX144" fmla="*/ 191041 w 406306"/>
                <a:gd name="connsiteY144" fmla="*/ 175260 h 275272"/>
                <a:gd name="connsiteX145" fmla="*/ 193899 w 406306"/>
                <a:gd name="connsiteY145" fmla="*/ 172403 h 275272"/>
                <a:gd name="connsiteX146" fmla="*/ 200566 w 406306"/>
                <a:gd name="connsiteY146" fmla="*/ 167640 h 275272"/>
                <a:gd name="connsiteX147" fmla="*/ 200566 w 406306"/>
                <a:gd name="connsiteY147" fmla="*/ 167640 h 275272"/>
                <a:gd name="connsiteX148" fmla="*/ 222474 w 406306"/>
                <a:gd name="connsiteY148" fmla="*/ 154305 h 275272"/>
                <a:gd name="connsiteX149" fmla="*/ 231046 w 406306"/>
                <a:gd name="connsiteY149" fmla="*/ 148590 h 275272"/>
                <a:gd name="connsiteX150" fmla="*/ 231999 w 406306"/>
                <a:gd name="connsiteY150" fmla="*/ 148590 h 275272"/>
                <a:gd name="connsiteX151" fmla="*/ 241524 w 406306"/>
                <a:gd name="connsiteY151" fmla="*/ 141923 h 275272"/>
                <a:gd name="connsiteX152" fmla="*/ 261526 w 406306"/>
                <a:gd name="connsiteY152" fmla="*/ 130493 h 275272"/>
                <a:gd name="connsiteX153" fmla="*/ 260574 w 406306"/>
                <a:gd name="connsiteY153" fmla="*/ 129540 h 275272"/>
                <a:gd name="connsiteX154" fmla="*/ 271051 w 406306"/>
                <a:gd name="connsiteY154" fmla="*/ 121920 h 275272"/>
                <a:gd name="connsiteX155" fmla="*/ 270099 w 406306"/>
                <a:gd name="connsiteY155" fmla="*/ 120968 h 275272"/>
                <a:gd name="connsiteX156" fmla="*/ 286291 w 406306"/>
                <a:gd name="connsiteY156" fmla="*/ 111443 h 275272"/>
                <a:gd name="connsiteX157" fmla="*/ 283434 w 406306"/>
                <a:gd name="connsiteY157" fmla="*/ 113348 h 275272"/>
                <a:gd name="connsiteX158" fmla="*/ 304389 w 406306"/>
                <a:gd name="connsiteY158" fmla="*/ 100013 h 275272"/>
                <a:gd name="connsiteX159" fmla="*/ 308199 w 406306"/>
                <a:gd name="connsiteY159" fmla="*/ 97155 h 275272"/>
                <a:gd name="connsiteX160" fmla="*/ 308199 w 406306"/>
                <a:gd name="connsiteY160" fmla="*/ 97155 h 275272"/>
                <a:gd name="connsiteX161" fmla="*/ 309151 w 406306"/>
                <a:gd name="connsiteY161" fmla="*/ 97155 h 275272"/>
                <a:gd name="connsiteX162" fmla="*/ 312009 w 406306"/>
                <a:gd name="connsiteY162" fmla="*/ 96203 h 275272"/>
                <a:gd name="connsiteX163" fmla="*/ 310104 w 406306"/>
                <a:gd name="connsiteY163" fmla="*/ 97155 h 275272"/>
                <a:gd name="connsiteX164" fmla="*/ 314866 w 406306"/>
                <a:gd name="connsiteY164" fmla="*/ 93345 h 275272"/>
                <a:gd name="connsiteX165" fmla="*/ 316771 w 406306"/>
                <a:gd name="connsiteY165" fmla="*/ 94298 h 275272"/>
                <a:gd name="connsiteX166" fmla="*/ 316771 w 406306"/>
                <a:gd name="connsiteY166" fmla="*/ 94298 h 275272"/>
                <a:gd name="connsiteX167" fmla="*/ 316771 w 406306"/>
                <a:gd name="connsiteY167" fmla="*/ 92393 h 275272"/>
                <a:gd name="connsiteX168" fmla="*/ 318676 w 406306"/>
                <a:gd name="connsiteY168" fmla="*/ 90488 h 275272"/>
                <a:gd name="connsiteX169" fmla="*/ 326296 w 406306"/>
                <a:gd name="connsiteY169" fmla="*/ 87630 h 275272"/>
                <a:gd name="connsiteX170" fmla="*/ 334869 w 406306"/>
                <a:gd name="connsiteY170" fmla="*/ 78105 h 275272"/>
                <a:gd name="connsiteX171" fmla="*/ 334869 w 406306"/>
                <a:gd name="connsiteY171" fmla="*/ 79058 h 275272"/>
                <a:gd name="connsiteX172" fmla="*/ 340584 w 406306"/>
                <a:gd name="connsiteY172" fmla="*/ 75248 h 275272"/>
                <a:gd name="connsiteX173" fmla="*/ 342489 w 406306"/>
                <a:gd name="connsiteY173" fmla="*/ 76200 h 275272"/>
                <a:gd name="connsiteX174" fmla="*/ 345346 w 406306"/>
                <a:gd name="connsiteY174" fmla="*/ 71438 h 275272"/>
                <a:gd name="connsiteX175" fmla="*/ 348204 w 406306"/>
                <a:gd name="connsiteY175" fmla="*/ 73343 h 275272"/>
                <a:gd name="connsiteX176" fmla="*/ 357729 w 406306"/>
                <a:gd name="connsiteY176" fmla="*/ 63818 h 275272"/>
                <a:gd name="connsiteX177" fmla="*/ 357729 w 406306"/>
                <a:gd name="connsiteY177" fmla="*/ 64770 h 275272"/>
                <a:gd name="connsiteX178" fmla="*/ 363444 w 406306"/>
                <a:gd name="connsiteY178" fmla="*/ 60008 h 275272"/>
                <a:gd name="connsiteX179" fmla="*/ 369159 w 406306"/>
                <a:gd name="connsiteY179" fmla="*/ 58103 h 275272"/>
                <a:gd name="connsiteX180" fmla="*/ 379636 w 406306"/>
                <a:gd name="connsiteY180" fmla="*/ 51435 h 275272"/>
                <a:gd name="connsiteX181" fmla="*/ 406306 w 406306"/>
                <a:gd name="connsiteY181" fmla="*/ 35243 h 275272"/>
                <a:gd name="connsiteX182" fmla="*/ 401544 w 406306"/>
                <a:gd name="connsiteY182" fmla="*/ 34290 h 275272"/>
                <a:gd name="connsiteX183" fmla="*/ 396781 w 406306"/>
                <a:gd name="connsiteY183" fmla="*/ 34290 h 275272"/>
                <a:gd name="connsiteX184" fmla="*/ 390114 w 406306"/>
                <a:gd name="connsiteY184" fmla="*/ 33338 h 275272"/>
                <a:gd name="connsiteX185" fmla="*/ 392971 w 406306"/>
                <a:gd name="connsiteY185" fmla="*/ 31433 h 275272"/>
                <a:gd name="connsiteX186" fmla="*/ 379636 w 406306"/>
                <a:gd name="connsiteY186" fmla="*/ 29528 h 275272"/>
                <a:gd name="connsiteX187" fmla="*/ 368206 w 406306"/>
                <a:gd name="connsiteY187" fmla="*/ 29528 h 275272"/>
                <a:gd name="connsiteX188" fmla="*/ 370111 w 406306"/>
                <a:gd name="connsiteY188" fmla="*/ 28575 h 275272"/>
                <a:gd name="connsiteX189" fmla="*/ 365349 w 406306"/>
                <a:gd name="connsiteY189" fmla="*/ 28575 h 275272"/>
                <a:gd name="connsiteX190" fmla="*/ 369159 w 406306"/>
                <a:gd name="connsiteY190" fmla="*/ 27623 h 275272"/>
                <a:gd name="connsiteX191" fmla="*/ 360586 w 406306"/>
                <a:gd name="connsiteY191" fmla="*/ 28575 h 275272"/>
                <a:gd name="connsiteX192" fmla="*/ 358681 w 406306"/>
                <a:gd name="connsiteY192" fmla="*/ 31433 h 275272"/>
                <a:gd name="connsiteX193" fmla="*/ 351061 w 406306"/>
                <a:gd name="connsiteY193" fmla="*/ 31433 h 275272"/>
                <a:gd name="connsiteX194" fmla="*/ 352014 w 406306"/>
                <a:gd name="connsiteY194" fmla="*/ 29528 h 275272"/>
                <a:gd name="connsiteX195" fmla="*/ 336774 w 406306"/>
                <a:gd name="connsiteY195" fmla="*/ 28575 h 275272"/>
                <a:gd name="connsiteX196" fmla="*/ 332964 w 406306"/>
                <a:gd name="connsiteY196" fmla="*/ 28575 h 275272"/>
                <a:gd name="connsiteX197" fmla="*/ 321534 w 406306"/>
                <a:gd name="connsiteY197" fmla="*/ 27623 h 275272"/>
                <a:gd name="connsiteX198" fmla="*/ 323439 w 406306"/>
                <a:gd name="connsiteY198" fmla="*/ 27623 h 275272"/>
                <a:gd name="connsiteX199" fmla="*/ 314866 w 406306"/>
                <a:gd name="connsiteY199" fmla="*/ 27623 h 275272"/>
                <a:gd name="connsiteX200" fmla="*/ 314866 w 406306"/>
                <a:gd name="connsiteY200" fmla="*/ 27623 h 275272"/>
                <a:gd name="connsiteX201" fmla="*/ 300579 w 406306"/>
                <a:gd name="connsiteY201" fmla="*/ 24765 h 275272"/>
                <a:gd name="connsiteX202" fmla="*/ 300579 w 406306"/>
                <a:gd name="connsiteY202" fmla="*/ 25717 h 275272"/>
                <a:gd name="connsiteX203" fmla="*/ 286291 w 406306"/>
                <a:gd name="connsiteY203" fmla="*/ 23813 h 275272"/>
                <a:gd name="connsiteX204" fmla="*/ 288196 w 406306"/>
                <a:gd name="connsiteY204" fmla="*/ 24765 h 275272"/>
                <a:gd name="connsiteX205" fmla="*/ 276766 w 406306"/>
                <a:gd name="connsiteY205" fmla="*/ 19050 h 275272"/>
                <a:gd name="connsiteX206" fmla="*/ 278671 w 406306"/>
                <a:gd name="connsiteY206" fmla="*/ 19050 h 275272"/>
                <a:gd name="connsiteX207" fmla="*/ 271051 w 406306"/>
                <a:gd name="connsiteY207" fmla="*/ 20003 h 275272"/>
                <a:gd name="connsiteX208" fmla="*/ 269146 w 406306"/>
                <a:gd name="connsiteY208" fmla="*/ 17145 h 275272"/>
                <a:gd name="connsiteX209" fmla="*/ 252001 w 406306"/>
                <a:gd name="connsiteY209" fmla="*/ 16193 h 275272"/>
                <a:gd name="connsiteX210" fmla="*/ 251049 w 406306"/>
                <a:gd name="connsiteY210" fmla="*/ 18098 h 275272"/>
                <a:gd name="connsiteX211" fmla="*/ 235809 w 406306"/>
                <a:gd name="connsiteY211" fmla="*/ 16193 h 275272"/>
                <a:gd name="connsiteX212" fmla="*/ 234856 w 406306"/>
                <a:gd name="connsiteY212" fmla="*/ 15240 h 275272"/>
                <a:gd name="connsiteX213" fmla="*/ 221521 w 406306"/>
                <a:gd name="connsiteY213" fmla="*/ 16193 h 275272"/>
                <a:gd name="connsiteX214" fmla="*/ 201519 w 406306"/>
                <a:gd name="connsiteY214" fmla="*/ 12383 h 275272"/>
                <a:gd name="connsiteX215" fmla="*/ 188184 w 406306"/>
                <a:gd name="connsiteY215" fmla="*/ 12383 h 275272"/>
                <a:gd name="connsiteX216" fmla="*/ 188184 w 406306"/>
                <a:gd name="connsiteY216" fmla="*/ 12383 h 275272"/>
                <a:gd name="connsiteX217" fmla="*/ 176754 w 406306"/>
                <a:gd name="connsiteY217" fmla="*/ 13335 h 275272"/>
                <a:gd name="connsiteX218" fmla="*/ 176754 w 406306"/>
                <a:gd name="connsiteY218" fmla="*/ 12383 h 275272"/>
                <a:gd name="connsiteX219" fmla="*/ 157704 w 406306"/>
                <a:gd name="connsiteY219" fmla="*/ 11430 h 275272"/>
                <a:gd name="connsiteX220" fmla="*/ 156751 w 406306"/>
                <a:gd name="connsiteY220" fmla="*/ 10478 h 275272"/>
                <a:gd name="connsiteX221" fmla="*/ 133891 w 406306"/>
                <a:gd name="connsiteY221" fmla="*/ 7620 h 275272"/>
                <a:gd name="connsiteX222" fmla="*/ 134844 w 406306"/>
                <a:gd name="connsiteY222" fmla="*/ 6668 h 275272"/>
                <a:gd name="connsiteX223" fmla="*/ 105316 w 406306"/>
                <a:gd name="connsiteY223" fmla="*/ 4763 h 275272"/>
                <a:gd name="connsiteX224" fmla="*/ 98649 w 406306"/>
                <a:gd name="connsiteY224" fmla="*/ 4763 h 275272"/>
                <a:gd name="connsiteX225" fmla="*/ 100554 w 406306"/>
                <a:gd name="connsiteY225" fmla="*/ 7620 h 275272"/>
                <a:gd name="connsiteX226" fmla="*/ 95791 w 406306"/>
                <a:gd name="connsiteY226" fmla="*/ 5715 h 275272"/>
                <a:gd name="connsiteX227" fmla="*/ 96744 w 406306"/>
                <a:gd name="connsiteY227" fmla="*/ 5715 h 275272"/>
                <a:gd name="connsiteX228" fmla="*/ 86266 w 406306"/>
                <a:gd name="connsiteY228" fmla="*/ 1905 h 275272"/>
                <a:gd name="connsiteX229" fmla="*/ 71026 w 406306"/>
                <a:gd name="connsiteY229" fmla="*/ 0 h 275272"/>
                <a:gd name="connsiteX230" fmla="*/ 67216 w 406306"/>
                <a:gd name="connsiteY230" fmla="*/ 13335 h 275272"/>
                <a:gd name="connsiteX231" fmla="*/ 64359 w 406306"/>
                <a:gd name="connsiteY231" fmla="*/ 22860 h 275272"/>
                <a:gd name="connsiteX232" fmla="*/ 58644 w 406306"/>
                <a:gd name="connsiteY232" fmla="*/ 41910 h 275272"/>
                <a:gd name="connsiteX233" fmla="*/ 61501 w 406306"/>
                <a:gd name="connsiteY233" fmla="*/ 40958 h 275272"/>
                <a:gd name="connsiteX234" fmla="*/ 59596 w 406306"/>
                <a:gd name="connsiteY234" fmla="*/ 46673 h 275272"/>
                <a:gd name="connsiteX235" fmla="*/ 58644 w 406306"/>
                <a:gd name="connsiteY235" fmla="*/ 43815 h 275272"/>
                <a:gd name="connsiteX236" fmla="*/ 58644 w 406306"/>
                <a:gd name="connsiteY236" fmla="*/ 51435 h 275272"/>
                <a:gd name="connsiteX237" fmla="*/ 56739 w 406306"/>
                <a:gd name="connsiteY237" fmla="*/ 50483 h 275272"/>
                <a:gd name="connsiteX238" fmla="*/ 55786 w 406306"/>
                <a:gd name="connsiteY238" fmla="*/ 53340 h 275272"/>
                <a:gd name="connsiteX239" fmla="*/ 55786 w 406306"/>
                <a:gd name="connsiteY239" fmla="*/ 52388 h 275272"/>
                <a:gd name="connsiteX240" fmla="*/ 55786 w 406306"/>
                <a:gd name="connsiteY240" fmla="*/ 60008 h 275272"/>
                <a:gd name="connsiteX241" fmla="*/ 53881 w 406306"/>
                <a:gd name="connsiteY241" fmla="*/ 62865 h 275272"/>
                <a:gd name="connsiteX242" fmla="*/ 52929 w 406306"/>
                <a:gd name="connsiteY242" fmla="*/ 64770 h 275272"/>
                <a:gd name="connsiteX243" fmla="*/ 51024 w 406306"/>
                <a:gd name="connsiteY243" fmla="*/ 71438 h 275272"/>
                <a:gd name="connsiteX244" fmla="*/ 52929 w 406306"/>
                <a:gd name="connsiteY244" fmla="*/ 68580 h 275272"/>
                <a:gd name="connsiteX245" fmla="*/ 53881 w 406306"/>
                <a:gd name="connsiteY245" fmla="*/ 72390 h 275272"/>
                <a:gd name="connsiteX246" fmla="*/ 44356 w 406306"/>
                <a:gd name="connsiteY246" fmla="*/ 100965 h 275272"/>
                <a:gd name="connsiteX247" fmla="*/ 41499 w 406306"/>
                <a:gd name="connsiteY247" fmla="*/ 115252 h 275272"/>
                <a:gd name="connsiteX248" fmla="*/ 42451 w 406306"/>
                <a:gd name="connsiteY248" fmla="*/ 118110 h 275272"/>
                <a:gd name="connsiteX249" fmla="*/ 34831 w 406306"/>
                <a:gd name="connsiteY249" fmla="*/ 129540 h 275272"/>
                <a:gd name="connsiteX250" fmla="*/ 35784 w 406306"/>
                <a:gd name="connsiteY250" fmla="*/ 138113 h 275272"/>
                <a:gd name="connsiteX251" fmla="*/ 32926 w 406306"/>
                <a:gd name="connsiteY251" fmla="*/ 140970 h 275272"/>
                <a:gd name="connsiteX252" fmla="*/ 24354 w 406306"/>
                <a:gd name="connsiteY252" fmla="*/ 172403 h 275272"/>
                <a:gd name="connsiteX253" fmla="*/ 26259 w 406306"/>
                <a:gd name="connsiteY253" fmla="*/ 173355 h 275272"/>
                <a:gd name="connsiteX254" fmla="*/ 22449 w 406306"/>
                <a:gd name="connsiteY254" fmla="*/ 179070 h 275272"/>
                <a:gd name="connsiteX255" fmla="*/ 21496 w 406306"/>
                <a:gd name="connsiteY255" fmla="*/ 185738 h 275272"/>
                <a:gd name="connsiteX256" fmla="*/ 22449 w 406306"/>
                <a:gd name="connsiteY256" fmla="*/ 185738 h 275272"/>
                <a:gd name="connsiteX257" fmla="*/ 2446 w 406306"/>
                <a:gd name="connsiteY257" fmla="*/ 253365 h 275272"/>
                <a:gd name="connsiteX258" fmla="*/ 3399 w 406306"/>
                <a:gd name="connsiteY258" fmla="*/ 255270 h 275272"/>
                <a:gd name="connsiteX259" fmla="*/ 5304 w 406306"/>
                <a:gd name="connsiteY259" fmla="*/ 255270 h 275272"/>
                <a:gd name="connsiteX260" fmla="*/ 1494 w 406306"/>
                <a:gd name="connsiteY260" fmla="*/ 263843 h 275272"/>
                <a:gd name="connsiteX261" fmla="*/ 541 w 406306"/>
                <a:gd name="connsiteY261" fmla="*/ 275273 h 275272"/>
                <a:gd name="connsiteX262" fmla="*/ 541 w 406306"/>
                <a:gd name="connsiteY262" fmla="*/ 272415 h 275272"/>
                <a:gd name="connsiteX263" fmla="*/ 9114 w 406306"/>
                <a:gd name="connsiteY263" fmla="*/ 269558 h 275272"/>
                <a:gd name="connsiteX264" fmla="*/ 13876 w 406306"/>
                <a:gd name="connsiteY264" fmla="*/ 250508 h 275272"/>
                <a:gd name="connsiteX265" fmla="*/ 14829 w 406306"/>
                <a:gd name="connsiteY265" fmla="*/ 251460 h 275272"/>
                <a:gd name="connsiteX266" fmla="*/ 15781 w 406306"/>
                <a:gd name="connsiteY266" fmla="*/ 242888 h 275272"/>
                <a:gd name="connsiteX267" fmla="*/ 15781 w 406306"/>
                <a:gd name="connsiteY267" fmla="*/ 243840 h 275272"/>
                <a:gd name="connsiteX268" fmla="*/ 25306 w 406306"/>
                <a:gd name="connsiteY268" fmla="*/ 214313 h 275272"/>
                <a:gd name="connsiteX269" fmla="*/ 23401 w 406306"/>
                <a:gd name="connsiteY269" fmla="*/ 215265 h 275272"/>
                <a:gd name="connsiteX270" fmla="*/ 25306 w 406306"/>
                <a:gd name="connsiteY270" fmla="*/ 210503 h 275272"/>
                <a:gd name="connsiteX271" fmla="*/ 21496 w 406306"/>
                <a:gd name="connsiteY271" fmla="*/ 215265 h 275272"/>
                <a:gd name="connsiteX272" fmla="*/ 30069 w 406306"/>
                <a:gd name="connsiteY272" fmla="*/ 193358 h 275272"/>
                <a:gd name="connsiteX273" fmla="*/ 29116 w 406306"/>
                <a:gd name="connsiteY273" fmla="*/ 189548 h 275272"/>
                <a:gd name="connsiteX274" fmla="*/ 30069 w 406306"/>
                <a:gd name="connsiteY274" fmla="*/ 188595 h 275272"/>
                <a:gd name="connsiteX275" fmla="*/ 29116 w 406306"/>
                <a:gd name="connsiteY275" fmla="*/ 187643 h 275272"/>
                <a:gd name="connsiteX276" fmla="*/ 31974 w 406306"/>
                <a:gd name="connsiteY276" fmla="*/ 183833 h 275272"/>
                <a:gd name="connsiteX277" fmla="*/ 31974 w 406306"/>
                <a:gd name="connsiteY277" fmla="*/ 186690 h 275272"/>
                <a:gd name="connsiteX278" fmla="*/ 34831 w 406306"/>
                <a:gd name="connsiteY278" fmla="*/ 175260 h 275272"/>
                <a:gd name="connsiteX279" fmla="*/ 32926 w 406306"/>
                <a:gd name="connsiteY279" fmla="*/ 179070 h 275272"/>
                <a:gd name="connsiteX280" fmla="*/ 41499 w 406306"/>
                <a:gd name="connsiteY280" fmla="*/ 140970 h 275272"/>
                <a:gd name="connsiteX281" fmla="*/ 40546 w 406306"/>
                <a:gd name="connsiteY281" fmla="*/ 141923 h 275272"/>
                <a:gd name="connsiteX282" fmla="*/ 45309 w 406306"/>
                <a:gd name="connsiteY282" fmla="*/ 125730 h 275272"/>
                <a:gd name="connsiteX283" fmla="*/ 45309 w 406306"/>
                <a:gd name="connsiteY283" fmla="*/ 125730 h 275272"/>
                <a:gd name="connsiteX284" fmla="*/ 46261 w 406306"/>
                <a:gd name="connsiteY284" fmla="*/ 118110 h 275272"/>
                <a:gd name="connsiteX285" fmla="*/ 49119 w 406306"/>
                <a:gd name="connsiteY285" fmla="*/ 117158 h 275272"/>
                <a:gd name="connsiteX286" fmla="*/ 49119 w 406306"/>
                <a:gd name="connsiteY286" fmla="*/ 105727 h 275272"/>
                <a:gd name="connsiteX287" fmla="*/ 50071 w 406306"/>
                <a:gd name="connsiteY287" fmla="*/ 104775 h 275272"/>
                <a:gd name="connsiteX288" fmla="*/ 50071 w 406306"/>
                <a:gd name="connsiteY288" fmla="*/ 97155 h 275272"/>
                <a:gd name="connsiteX289" fmla="*/ 51976 w 406306"/>
                <a:gd name="connsiteY289" fmla="*/ 99060 h 275272"/>
                <a:gd name="connsiteX290" fmla="*/ 57691 w 406306"/>
                <a:gd name="connsiteY290" fmla="*/ 80010 h 275272"/>
                <a:gd name="connsiteX291" fmla="*/ 53881 w 406306"/>
                <a:gd name="connsiteY291" fmla="*/ 85725 h 275272"/>
                <a:gd name="connsiteX292" fmla="*/ 53881 w 406306"/>
                <a:gd name="connsiteY292" fmla="*/ 78105 h 275272"/>
                <a:gd name="connsiteX293" fmla="*/ 60549 w 406306"/>
                <a:gd name="connsiteY293" fmla="*/ 65723 h 275272"/>
                <a:gd name="connsiteX294" fmla="*/ 60549 w 406306"/>
                <a:gd name="connsiteY294" fmla="*/ 67628 h 275272"/>
                <a:gd name="connsiteX295" fmla="*/ 63406 w 406306"/>
                <a:gd name="connsiteY295" fmla="*/ 58103 h 275272"/>
                <a:gd name="connsiteX296" fmla="*/ 62454 w 406306"/>
                <a:gd name="connsiteY296" fmla="*/ 52388 h 275272"/>
                <a:gd name="connsiteX297" fmla="*/ 61501 w 406306"/>
                <a:gd name="connsiteY297" fmla="*/ 60008 h 275272"/>
                <a:gd name="connsiteX298" fmla="*/ 63406 w 406306"/>
                <a:gd name="connsiteY298" fmla="*/ 44768 h 275272"/>
                <a:gd name="connsiteX299" fmla="*/ 63406 w 406306"/>
                <a:gd name="connsiteY299" fmla="*/ 49530 h 275272"/>
                <a:gd name="connsiteX300" fmla="*/ 65311 w 406306"/>
                <a:gd name="connsiteY300" fmla="*/ 43815 h 275272"/>
                <a:gd name="connsiteX301" fmla="*/ 63406 w 406306"/>
                <a:gd name="connsiteY301" fmla="*/ 58103 h 275272"/>
                <a:gd name="connsiteX302" fmla="*/ 65311 w 406306"/>
                <a:gd name="connsiteY302" fmla="*/ 52388 h 275272"/>
                <a:gd name="connsiteX303" fmla="*/ 67216 w 406306"/>
                <a:gd name="connsiteY303" fmla="*/ 38100 h 275272"/>
                <a:gd name="connsiteX304" fmla="*/ 68169 w 406306"/>
                <a:gd name="connsiteY304" fmla="*/ 39053 h 275272"/>
                <a:gd name="connsiteX305" fmla="*/ 68169 w 406306"/>
                <a:gd name="connsiteY305" fmla="*/ 34290 h 275272"/>
                <a:gd name="connsiteX306" fmla="*/ 69121 w 406306"/>
                <a:gd name="connsiteY306" fmla="*/ 37148 h 275272"/>
                <a:gd name="connsiteX307" fmla="*/ 72931 w 406306"/>
                <a:gd name="connsiteY307" fmla="*/ 24765 h 275272"/>
                <a:gd name="connsiteX308" fmla="*/ 69121 w 406306"/>
                <a:gd name="connsiteY308" fmla="*/ 29528 h 275272"/>
                <a:gd name="connsiteX309" fmla="*/ 71979 w 406306"/>
                <a:gd name="connsiteY309" fmla="*/ 20955 h 275272"/>
                <a:gd name="connsiteX310" fmla="*/ 74836 w 406306"/>
                <a:gd name="connsiteY310" fmla="*/ 15240 h 275272"/>
                <a:gd name="connsiteX311" fmla="*/ 72931 w 406306"/>
                <a:gd name="connsiteY311" fmla="*/ 15240 h 275272"/>
                <a:gd name="connsiteX312" fmla="*/ 74836 w 406306"/>
                <a:gd name="connsiteY312" fmla="*/ 14288 h 275272"/>
                <a:gd name="connsiteX313" fmla="*/ 74836 w 406306"/>
                <a:gd name="connsiteY313" fmla="*/ 14288 h 275272"/>
                <a:gd name="connsiteX314" fmla="*/ 73884 w 406306"/>
                <a:gd name="connsiteY314" fmla="*/ 12383 h 275272"/>
                <a:gd name="connsiteX315" fmla="*/ 77694 w 406306"/>
                <a:gd name="connsiteY315" fmla="*/ 11430 h 275272"/>
                <a:gd name="connsiteX316" fmla="*/ 77694 w 406306"/>
                <a:gd name="connsiteY316" fmla="*/ 12383 h 275272"/>
                <a:gd name="connsiteX317" fmla="*/ 89124 w 406306"/>
                <a:gd name="connsiteY317" fmla="*/ 11430 h 275272"/>
                <a:gd name="connsiteX318" fmla="*/ 91981 w 406306"/>
                <a:gd name="connsiteY318" fmla="*/ 12383 h 275272"/>
                <a:gd name="connsiteX319" fmla="*/ 96744 w 406306"/>
                <a:gd name="connsiteY319" fmla="*/ 12383 h 275272"/>
                <a:gd name="connsiteX320" fmla="*/ 95791 w 406306"/>
                <a:gd name="connsiteY320" fmla="*/ 13335 h 275272"/>
                <a:gd name="connsiteX321" fmla="*/ 107221 w 406306"/>
                <a:gd name="connsiteY321" fmla="*/ 14288 h 275272"/>
                <a:gd name="connsiteX322" fmla="*/ 111984 w 406306"/>
                <a:gd name="connsiteY322" fmla="*/ 12383 h 275272"/>
                <a:gd name="connsiteX323" fmla="*/ 115794 w 406306"/>
                <a:gd name="connsiteY323" fmla="*/ 14288 h 275272"/>
                <a:gd name="connsiteX324" fmla="*/ 110079 w 406306"/>
                <a:gd name="connsiteY324" fmla="*/ 14288 h 275272"/>
                <a:gd name="connsiteX325" fmla="*/ 108174 w 406306"/>
                <a:gd name="connsiteY325" fmla="*/ 15240 h 275272"/>
                <a:gd name="connsiteX326" fmla="*/ 117699 w 406306"/>
                <a:gd name="connsiteY326" fmla="*/ 16193 h 275272"/>
                <a:gd name="connsiteX327" fmla="*/ 115794 w 406306"/>
                <a:gd name="connsiteY327" fmla="*/ 15240 h 275272"/>
                <a:gd name="connsiteX328" fmla="*/ 124366 w 406306"/>
                <a:gd name="connsiteY328" fmla="*/ 14288 h 275272"/>
                <a:gd name="connsiteX329" fmla="*/ 123414 w 406306"/>
                <a:gd name="connsiteY329" fmla="*/ 15240 h 275272"/>
                <a:gd name="connsiteX330" fmla="*/ 129129 w 406306"/>
                <a:gd name="connsiteY330" fmla="*/ 15240 h 275272"/>
                <a:gd name="connsiteX331" fmla="*/ 124366 w 406306"/>
                <a:gd name="connsiteY331" fmla="*/ 17145 h 275272"/>
                <a:gd name="connsiteX332" fmla="*/ 132939 w 406306"/>
                <a:gd name="connsiteY332" fmla="*/ 17145 h 275272"/>
                <a:gd name="connsiteX333" fmla="*/ 135796 w 406306"/>
                <a:gd name="connsiteY333" fmla="*/ 19050 h 275272"/>
                <a:gd name="connsiteX334" fmla="*/ 152941 w 406306"/>
                <a:gd name="connsiteY334" fmla="*/ 20003 h 275272"/>
                <a:gd name="connsiteX335" fmla="*/ 154846 w 406306"/>
                <a:gd name="connsiteY335" fmla="*/ 20003 h 275272"/>
                <a:gd name="connsiteX336" fmla="*/ 171991 w 406306"/>
                <a:gd name="connsiteY336" fmla="*/ 21908 h 275272"/>
                <a:gd name="connsiteX337" fmla="*/ 175801 w 406306"/>
                <a:gd name="connsiteY337" fmla="*/ 23813 h 275272"/>
                <a:gd name="connsiteX338" fmla="*/ 179611 w 406306"/>
                <a:gd name="connsiteY338" fmla="*/ 20955 h 275272"/>
                <a:gd name="connsiteX339" fmla="*/ 183421 w 406306"/>
                <a:gd name="connsiteY339" fmla="*/ 23813 h 275272"/>
                <a:gd name="connsiteX340" fmla="*/ 197709 w 406306"/>
                <a:gd name="connsiteY340" fmla="*/ 23813 h 275272"/>
                <a:gd name="connsiteX341" fmla="*/ 194851 w 406306"/>
                <a:gd name="connsiteY341" fmla="*/ 24765 h 275272"/>
                <a:gd name="connsiteX342" fmla="*/ 260574 w 406306"/>
                <a:gd name="connsiteY342" fmla="*/ 30480 h 275272"/>
                <a:gd name="connsiteX343" fmla="*/ 255811 w 406306"/>
                <a:gd name="connsiteY343" fmla="*/ 30480 h 275272"/>
                <a:gd name="connsiteX344" fmla="*/ 260574 w 406306"/>
                <a:gd name="connsiteY344" fmla="*/ 30480 h 275272"/>
                <a:gd name="connsiteX345" fmla="*/ 359634 w 406306"/>
                <a:gd name="connsiteY345" fmla="*/ 38100 h 275272"/>
                <a:gd name="connsiteX346" fmla="*/ 355824 w 406306"/>
                <a:gd name="connsiteY346" fmla="*/ 37148 h 275272"/>
                <a:gd name="connsiteX347" fmla="*/ 359634 w 406306"/>
                <a:gd name="connsiteY347" fmla="*/ 38100 h 275272"/>
                <a:gd name="connsiteX348" fmla="*/ 184374 w 406306"/>
                <a:gd name="connsiteY348" fmla="*/ 176213 h 275272"/>
                <a:gd name="connsiteX349" fmla="*/ 184374 w 406306"/>
                <a:gd name="connsiteY349" fmla="*/ 176213 h 275272"/>
                <a:gd name="connsiteX350" fmla="*/ 184374 w 406306"/>
                <a:gd name="connsiteY350" fmla="*/ 176213 h 275272"/>
                <a:gd name="connsiteX351" fmla="*/ 178659 w 406306"/>
                <a:gd name="connsiteY351" fmla="*/ 179070 h 275272"/>
                <a:gd name="connsiteX352" fmla="*/ 178659 w 406306"/>
                <a:gd name="connsiteY352" fmla="*/ 179070 h 275272"/>
                <a:gd name="connsiteX353" fmla="*/ 181516 w 406306"/>
                <a:gd name="connsiteY353" fmla="*/ 178118 h 275272"/>
                <a:gd name="connsiteX354" fmla="*/ 178659 w 406306"/>
                <a:gd name="connsiteY354" fmla="*/ 179070 h 275272"/>
                <a:gd name="connsiteX355" fmla="*/ 54834 w 406306"/>
                <a:gd name="connsiteY355" fmla="*/ 63818 h 275272"/>
                <a:gd name="connsiteX356" fmla="*/ 55786 w 406306"/>
                <a:gd name="connsiteY356" fmla="*/ 62865 h 275272"/>
                <a:gd name="connsiteX357" fmla="*/ 54834 w 406306"/>
                <a:gd name="connsiteY357" fmla="*/ 63818 h 275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</a:cxnLst>
              <a:rect l="l" t="t" r="r" b="b"/>
              <a:pathLst>
                <a:path w="406306" h="275272">
                  <a:moveTo>
                    <a:pt x="194851" y="24765"/>
                  </a:moveTo>
                  <a:lnTo>
                    <a:pt x="198661" y="26670"/>
                  </a:lnTo>
                  <a:cubicBezTo>
                    <a:pt x="192946" y="27623"/>
                    <a:pt x="189136" y="26670"/>
                    <a:pt x="192946" y="28575"/>
                  </a:cubicBezTo>
                  <a:cubicBezTo>
                    <a:pt x="193899" y="24765"/>
                    <a:pt x="210091" y="30480"/>
                    <a:pt x="211044" y="26670"/>
                  </a:cubicBezTo>
                  <a:lnTo>
                    <a:pt x="213901" y="27623"/>
                  </a:lnTo>
                  <a:cubicBezTo>
                    <a:pt x="212949" y="27623"/>
                    <a:pt x="212949" y="27623"/>
                    <a:pt x="211996" y="27623"/>
                  </a:cubicBezTo>
                  <a:cubicBezTo>
                    <a:pt x="217711" y="29528"/>
                    <a:pt x="216759" y="25717"/>
                    <a:pt x="223426" y="26670"/>
                  </a:cubicBezTo>
                  <a:cubicBezTo>
                    <a:pt x="226284" y="27623"/>
                    <a:pt x="227236" y="27623"/>
                    <a:pt x="226284" y="28575"/>
                  </a:cubicBezTo>
                  <a:lnTo>
                    <a:pt x="231999" y="28575"/>
                  </a:lnTo>
                  <a:cubicBezTo>
                    <a:pt x="233904" y="28575"/>
                    <a:pt x="232951" y="29528"/>
                    <a:pt x="231999" y="29528"/>
                  </a:cubicBezTo>
                  <a:lnTo>
                    <a:pt x="240571" y="30480"/>
                  </a:lnTo>
                  <a:lnTo>
                    <a:pt x="240571" y="30480"/>
                  </a:lnTo>
                  <a:cubicBezTo>
                    <a:pt x="241524" y="30480"/>
                    <a:pt x="244381" y="29528"/>
                    <a:pt x="246286" y="29528"/>
                  </a:cubicBezTo>
                  <a:cubicBezTo>
                    <a:pt x="248191" y="30480"/>
                    <a:pt x="245334" y="29528"/>
                    <a:pt x="245334" y="30480"/>
                  </a:cubicBezTo>
                  <a:lnTo>
                    <a:pt x="250096" y="30480"/>
                  </a:lnTo>
                  <a:cubicBezTo>
                    <a:pt x="252001" y="31433"/>
                    <a:pt x="248191" y="32385"/>
                    <a:pt x="244381" y="31433"/>
                  </a:cubicBezTo>
                  <a:cubicBezTo>
                    <a:pt x="248191" y="35243"/>
                    <a:pt x="248191" y="30480"/>
                    <a:pt x="257716" y="34290"/>
                  </a:cubicBezTo>
                  <a:lnTo>
                    <a:pt x="253906" y="31433"/>
                  </a:lnTo>
                  <a:cubicBezTo>
                    <a:pt x="256764" y="34290"/>
                    <a:pt x="260574" y="33338"/>
                    <a:pt x="265336" y="35243"/>
                  </a:cubicBezTo>
                  <a:cubicBezTo>
                    <a:pt x="264384" y="34290"/>
                    <a:pt x="255811" y="30480"/>
                    <a:pt x="260574" y="30480"/>
                  </a:cubicBezTo>
                  <a:cubicBezTo>
                    <a:pt x="261526" y="30480"/>
                    <a:pt x="263431" y="31433"/>
                    <a:pt x="266289" y="30480"/>
                  </a:cubicBezTo>
                  <a:cubicBezTo>
                    <a:pt x="266289" y="31433"/>
                    <a:pt x="269146" y="31433"/>
                    <a:pt x="272004" y="32385"/>
                  </a:cubicBezTo>
                  <a:lnTo>
                    <a:pt x="272004" y="34290"/>
                  </a:lnTo>
                  <a:cubicBezTo>
                    <a:pt x="275814" y="34290"/>
                    <a:pt x="275814" y="33338"/>
                    <a:pt x="277719" y="32385"/>
                  </a:cubicBezTo>
                  <a:cubicBezTo>
                    <a:pt x="281529" y="33338"/>
                    <a:pt x="282481" y="34290"/>
                    <a:pt x="283434" y="35243"/>
                  </a:cubicBezTo>
                  <a:cubicBezTo>
                    <a:pt x="290101" y="36195"/>
                    <a:pt x="279624" y="32385"/>
                    <a:pt x="287244" y="33338"/>
                  </a:cubicBezTo>
                  <a:cubicBezTo>
                    <a:pt x="292959" y="34290"/>
                    <a:pt x="296769" y="34290"/>
                    <a:pt x="303436" y="34290"/>
                  </a:cubicBezTo>
                  <a:cubicBezTo>
                    <a:pt x="307246" y="35243"/>
                    <a:pt x="302484" y="35243"/>
                    <a:pt x="304389" y="36195"/>
                  </a:cubicBezTo>
                  <a:lnTo>
                    <a:pt x="308199" y="35243"/>
                  </a:lnTo>
                  <a:cubicBezTo>
                    <a:pt x="309151" y="35243"/>
                    <a:pt x="309151" y="36195"/>
                    <a:pt x="308199" y="36195"/>
                  </a:cubicBezTo>
                  <a:cubicBezTo>
                    <a:pt x="311056" y="36195"/>
                    <a:pt x="308199" y="34290"/>
                    <a:pt x="312961" y="34290"/>
                  </a:cubicBezTo>
                  <a:cubicBezTo>
                    <a:pt x="313914" y="32385"/>
                    <a:pt x="321534" y="38100"/>
                    <a:pt x="327249" y="36195"/>
                  </a:cubicBezTo>
                  <a:cubicBezTo>
                    <a:pt x="328201" y="37148"/>
                    <a:pt x="326296" y="37148"/>
                    <a:pt x="327249" y="38100"/>
                  </a:cubicBezTo>
                  <a:cubicBezTo>
                    <a:pt x="334869" y="37148"/>
                    <a:pt x="333916" y="38100"/>
                    <a:pt x="340584" y="36195"/>
                  </a:cubicBezTo>
                  <a:lnTo>
                    <a:pt x="345346" y="38100"/>
                  </a:lnTo>
                  <a:cubicBezTo>
                    <a:pt x="341536" y="36195"/>
                    <a:pt x="346299" y="35243"/>
                    <a:pt x="351061" y="34290"/>
                  </a:cubicBezTo>
                  <a:cubicBezTo>
                    <a:pt x="350109" y="33338"/>
                    <a:pt x="348204" y="32385"/>
                    <a:pt x="348204" y="32385"/>
                  </a:cubicBezTo>
                  <a:lnTo>
                    <a:pt x="354871" y="32385"/>
                  </a:lnTo>
                  <a:cubicBezTo>
                    <a:pt x="355824" y="32385"/>
                    <a:pt x="354871" y="33338"/>
                    <a:pt x="353919" y="34290"/>
                  </a:cubicBezTo>
                  <a:cubicBezTo>
                    <a:pt x="353919" y="34290"/>
                    <a:pt x="354871" y="34290"/>
                    <a:pt x="354871" y="34290"/>
                  </a:cubicBezTo>
                  <a:cubicBezTo>
                    <a:pt x="357729" y="35243"/>
                    <a:pt x="355824" y="36195"/>
                    <a:pt x="353919" y="37148"/>
                  </a:cubicBezTo>
                  <a:cubicBezTo>
                    <a:pt x="352966" y="37148"/>
                    <a:pt x="352014" y="36195"/>
                    <a:pt x="351061" y="36195"/>
                  </a:cubicBezTo>
                  <a:cubicBezTo>
                    <a:pt x="349156" y="37148"/>
                    <a:pt x="347251" y="38100"/>
                    <a:pt x="348204" y="39053"/>
                  </a:cubicBezTo>
                  <a:cubicBezTo>
                    <a:pt x="348204" y="39053"/>
                    <a:pt x="349156" y="39053"/>
                    <a:pt x="350109" y="39053"/>
                  </a:cubicBezTo>
                  <a:cubicBezTo>
                    <a:pt x="349156" y="39053"/>
                    <a:pt x="349156" y="39053"/>
                    <a:pt x="349156" y="40005"/>
                  </a:cubicBezTo>
                  <a:cubicBezTo>
                    <a:pt x="349156" y="40005"/>
                    <a:pt x="350109" y="40005"/>
                    <a:pt x="351061" y="40005"/>
                  </a:cubicBezTo>
                  <a:lnTo>
                    <a:pt x="352014" y="41910"/>
                  </a:lnTo>
                  <a:lnTo>
                    <a:pt x="352014" y="40958"/>
                  </a:lnTo>
                  <a:lnTo>
                    <a:pt x="356776" y="41910"/>
                  </a:lnTo>
                  <a:cubicBezTo>
                    <a:pt x="357729" y="41910"/>
                    <a:pt x="358681" y="41910"/>
                    <a:pt x="358681" y="42863"/>
                  </a:cubicBezTo>
                  <a:lnTo>
                    <a:pt x="359634" y="42863"/>
                  </a:lnTo>
                  <a:cubicBezTo>
                    <a:pt x="362491" y="40958"/>
                    <a:pt x="371064" y="39053"/>
                    <a:pt x="383446" y="40005"/>
                  </a:cubicBezTo>
                  <a:cubicBezTo>
                    <a:pt x="377731" y="40958"/>
                    <a:pt x="377731" y="41910"/>
                    <a:pt x="372969" y="42863"/>
                  </a:cubicBezTo>
                  <a:cubicBezTo>
                    <a:pt x="373921" y="41910"/>
                    <a:pt x="372016" y="41910"/>
                    <a:pt x="370111" y="41910"/>
                  </a:cubicBezTo>
                  <a:cubicBezTo>
                    <a:pt x="368206" y="41910"/>
                    <a:pt x="365349" y="41910"/>
                    <a:pt x="364396" y="41910"/>
                  </a:cubicBezTo>
                  <a:cubicBezTo>
                    <a:pt x="365349" y="41910"/>
                    <a:pt x="364396" y="42863"/>
                    <a:pt x="363444" y="42863"/>
                  </a:cubicBezTo>
                  <a:cubicBezTo>
                    <a:pt x="365349" y="42863"/>
                    <a:pt x="368206" y="41910"/>
                    <a:pt x="371064" y="41910"/>
                  </a:cubicBezTo>
                  <a:cubicBezTo>
                    <a:pt x="368206" y="42863"/>
                    <a:pt x="370111" y="42863"/>
                    <a:pt x="369159" y="43815"/>
                  </a:cubicBezTo>
                  <a:cubicBezTo>
                    <a:pt x="372016" y="42863"/>
                    <a:pt x="373921" y="42863"/>
                    <a:pt x="376779" y="42863"/>
                  </a:cubicBezTo>
                  <a:cubicBezTo>
                    <a:pt x="375826" y="43815"/>
                    <a:pt x="373921" y="44768"/>
                    <a:pt x="373921" y="45720"/>
                  </a:cubicBezTo>
                  <a:cubicBezTo>
                    <a:pt x="372016" y="45720"/>
                    <a:pt x="370111" y="45720"/>
                    <a:pt x="372969" y="44768"/>
                  </a:cubicBezTo>
                  <a:cubicBezTo>
                    <a:pt x="369159" y="45720"/>
                    <a:pt x="371064" y="45720"/>
                    <a:pt x="372016" y="46673"/>
                  </a:cubicBezTo>
                  <a:cubicBezTo>
                    <a:pt x="372969" y="46673"/>
                    <a:pt x="373921" y="47625"/>
                    <a:pt x="370111" y="48578"/>
                  </a:cubicBezTo>
                  <a:cubicBezTo>
                    <a:pt x="371064" y="48578"/>
                    <a:pt x="371064" y="47625"/>
                    <a:pt x="371064" y="47625"/>
                  </a:cubicBezTo>
                  <a:cubicBezTo>
                    <a:pt x="371064" y="48578"/>
                    <a:pt x="366301" y="51435"/>
                    <a:pt x="366301" y="50483"/>
                  </a:cubicBezTo>
                  <a:lnTo>
                    <a:pt x="367254" y="50483"/>
                  </a:lnTo>
                  <a:cubicBezTo>
                    <a:pt x="366301" y="51435"/>
                    <a:pt x="365349" y="51435"/>
                    <a:pt x="363444" y="52388"/>
                  </a:cubicBezTo>
                  <a:cubicBezTo>
                    <a:pt x="361539" y="53340"/>
                    <a:pt x="359634" y="54293"/>
                    <a:pt x="358681" y="56198"/>
                  </a:cubicBezTo>
                  <a:cubicBezTo>
                    <a:pt x="354871" y="59055"/>
                    <a:pt x="351061" y="61913"/>
                    <a:pt x="351061" y="62865"/>
                  </a:cubicBezTo>
                  <a:cubicBezTo>
                    <a:pt x="351061" y="62865"/>
                    <a:pt x="350109" y="60008"/>
                    <a:pt x="351061" y="59055"/>
                  </a:cubicBezTo>
                  <a:lnTo>
                    <a:pt x="343441" y="73343"/>
                  </a:lnTo>
                  <a:cubicBezTo>
                    <a:pt x="343441" y="71438"/>
                    <a:pt x="336774" y="69533"/>
                    <a:pt x="341536" y="64770"/>
                  </a:cubicBezTo>
                  <a:cubicBezTo>
                    <a:pt x="339631" y="65723"/>
                    <a:pt x="337726" y="66675"/>
                    <a:pt x="334869" y="69533"/>
                  </a:cubicBezTo>
                  <a:cubicBezTo>
                    <a:pt x="335821" y="69533"/>
                    <a:pt x="338679" y="70485"/>
                    <a:pt x="337726" y="71438"/>
                  </a:cubicBezTo>
                  <a:cubicBezTo>
                    <a:pt x="332964" y="72390"/>
                    <a:pt x="333916" y="72390"/>
                    <a:pt x="328201" y="73343"/>
                  </a:cubicBezTo>
                  <a:cubicBezTo>
                    <a:pt x="330106" y="72390"/>
                    <a:pt x="330106" y="76200"/>
                    <a:pt x="327249" y="78105"/>
                  </a:cubicBezTo>
                  <a:cubicBezTo>
                    <a:pt x="327249" y="77153"/>
                    <a:pt x="325344" y="75248"/>
                    <a:pt x="326296" y="75248"/>
                  </a:cubicBezTo>
                  <a:lnTo>
                    <a:pt x="321534" y="81915"/>
                  </a:lnTo>
                  <a:cubicBezTo>
                    <a:pt x="322486" y="80010"/>
                    <a:pt x="320581" y="80010"/>
                    <a:pt x="318676" y="80010"/>
                  </a:cubicBezTo>
                  <a:cubicBezTo>
                    <a:pt x="319629" y="80010"/>
                    <a:pt x="312961" y="83820"/>
                    <a:pt x="312009" y="84773"/>
                  </a:cubicBezTo>
                  <a:lnTo>
                    <a:pt x="314866" y="83820"/>
                  </a:lnTo>
                  <a:cubicBezTo>
                    <a:pt x="307246" y="87630"/>
                    <a:pt x="310104" y="91440"/>
                    <a:pt x="303436" y="96203"/>
                  </a:cubicBezTo>
                  <a:cubicBezTo>
                    <a:pt x="304389" y="95250"/>
                    <a:pt x="303436" y="91440"/>
                    <a:pt x="299626" y="93345"/>
                  </a:cubicBezTo>
                  <a:cubicBezTo>
                    <a:pt x="298674" y="95250"/>
                    <a:pt x="296769" y="103823"/>
                    <a:pt x="291054" y="109538"/>
                  </a:cubicBezTo>
                  <a:lnTo>
                    <a:pt x="289149" y="109538"/>
                  </a:lnTo>
                  <a:lnTo>
                    <a:pt x="285339" y="113348"/>
                  </a:lnTo>
                  <a:cubicBezTo>
                    <a:pt x="287244" y="109538"/>
                    <a:pt x="292959" y="100013"/>
                    <a:pt x="295816" y="95250"/>
                  </a:cubicBezTo>
                  <a:cubicBezTo>
                    <a:pt x="292959" y="96203"/>
                    <a:pt x="294864" y="95250"/>
                    <a:pt x="291054" y="97155"/>
                  </a:cubicBezTo>
                  <a:cubicBezTo>
                    <a:pt x="289149" y="97155"/>
                    <a:pt x="292959" y="94298"/>
                    <a:pt x="293911" y="94298"/>
                  </a:cubicBezTo>
                  <a:lnTo>
                    <a:pt x="284386" y="100013"/>
                  </a:lnTo>
                  <a:cubicBezTo>
                    <a:pt x="285339" y="100965"/>
                    <a:pt x="278671" y="105727"/>
                    <a:pt x="279624" y="106680"/>
                  </a:cubicBezTo>
                  <a:lnTo>
                    <a:pt x="288196" y="99060"/>
                  </a:lnTo>
                  <a:cubicBezTo>
                    <a:pt x="289149" y="100013"/>
                    <a:pt x="285339" y="106680"/>
                    <a:pt x="278671" y="110490"/>
                  </a:cubicBezTo>
                  <a:cubicBezTo>
                    <a:pt x="276766" y="110490"/>
                    <a:pt x="277719" y="106680"/>
                    <a:pt x="277719" y="106680"/>
                  </a:cubicBezTo>
                  <a:cubicBezTo>
                    <a:pt x="276766" y="107633"/>
                    <a:pt x="272004" y="111443"/>
                    <a:pt x="271051" y="111443"/>
                  </a:cubicBezTo>
                  <a:lnTo>
                    <a:pt x="272956" y="108585"/>
                  </a:lnTo>
                  <a:cubicBezTo>
                    <a:pt x="269146" y="110490"/>
                    <a:pt x="268194" y="114300"/>
                    <a:pt x="263431" y="115252"/>
                  </a:cubicBezTo>
                  <a:cubicBezTo>
                    <a:pt x="261526" y="116205"/>
                    <a:pt x="257716" y="116205"/>
                    <a:pt x="257716" y="117158"/>
                  </a:cubicBezTo>
                  <a:cubicBezTo>
                    <a:pt x="261526" y="117158"/>
                    <a:pt x="265336" y="122873"/>
                    <a:pt x="264384" y="124777"/>
                  </a:cubicBezTo>
                  <a:cubicBezTo>
                    <a:pt x="263431" y="124777"/>
                    <a:pt x="255811" y="127635"/>
                    <a:pt x="252954" y="128588"/>
                  </a:cubicBezTo>
                  <a:cubicBezTo>
                    <a:pt x="249144" y="128588"/>
                    <a:pt x="254859" y="122873"/>
                    <a:pt x="252001" y="122873"/>
                  </a:cubicBezTo>
                  <a:cubicBezTo>
                    <a:pt x="252001" y="122873"/>
                    <a:pt x="251049" y="124777"/>
                    <a:pt x="251049" y="125730"/>
                  </a:cubicBezTo>
                  <a:cubicBezTo>
                    <a:pt x="249144" y="126683"/>
                    <a:pt x="251049" y="123825"/>
                    <a:pt x="247239" y="126683"/>
                  </a:cubicBezTo>
                  <a:cubicBezTo>
                    <a:pt x="247239" y="128588"/>
                    <a:pt x="240571" y="130493"/>
                    <a:pt x="246286" y="128588"/>
                  </a:cubicBezTo>
                  <a:cubicBezTo>
                    <a:pt x="243429" y="131445"/>
                    <a:pt x="242476" y="130493"/>
                    <a:pt x="238666" y="133350"/>
                  </a:cubicBezTo>
                  <a:cubicBezTo>
                    <a:pt x="240571" y="133350"/>
                    <a:pt x="237714" y="139065"/>
                    <a:pt x="233904" y="141923"/>
                  </a:cubicBezTo>
                  <a:cubicBezTo>
                    <a:pt x="233904" y="140970"/>
                    <a:pt x="232951" y="140970"/>
                    <a:pt x="231999" y="140970"/>
                  </a:cubicBezTo>
                  <a:cubicBezTo>
                    <a:pt x="225331" y="144780"/>
                    <a:pt x="220569" y="146685"/>
                    <a:pt x="214854" y="150495"/>
                  </a:cubicBezTo>
                  <a:cubicBezTo>
                    <a:pt x="213901" y="150495"/>
                    <a:pt x="211044" y="152400"/>
                    <a:pt x="211996" y="150495"/>
                  </a:cubicBezTo>
                  <a:cubicBezTo>
                    <a:pt x="211044" y="151448"/>
                    <a:pt x="211044" y="152400"/>
                    <a:pt x="209139" y="153353"/>
                  </a:cubicBezTo>
                  <a:cubicBezTo>
                    <a:pt x="204376" y="154305"/>
                    <a:pt x="213901" y="150495"/>
                    <a:pt x="209139" y="150495"/>
                  </a:cubicBezTo>
                  <a:cubicBezTo>
                    <a:pt x="209139" y="151448"/>
                    <a:pt x="204376" y="155258"/>
                    <a:pt x="202471" y="157163"/>
                  </a:cubicBezTo>
                  <a:cubicBezTo>
                    <a:pt x="204376" y="158115"/>
                    <a:pt x="209139" y="153353"/>
                    <a:pt x="211996" y="150495"/>
                  </a:cubicBezTo>
                  <a:cubicBezTo>
                    <a:pt x="212949" y="152400"/>
                    <a:pt x="209139" y="157163"/>
                    <a:pt x="203424" y="162878"/>
                  </a:cubicBezTo>
                  <a:cubicBezTo>
                    <a:pt x="198661" y="166688"/>
                    <a:pt x="200566" y="162878"/>
                    <a:pt x="199614" y="163830"/>
                  </a:cubicBezTo>
                  <a:cubicBezTo>
                    <a:pt x="189136" y="169545"/>
                    <a:pt x="192946" y="172403"/>
                    <a:pt x="184374" y="176213"/>
                  </a:cubicBezTo>
                  <a:cubicBezTo>
                    <a:pt x="180564" y="177165"/>
                    <a:pt x="182469" y="174308"/>
                    <a:pt x="181516" y="173355"/>
                  </a:cubicBezTo>
                  <a:cubicBezTo>
                    <a:pt x="185326" y="170498"/>
                    <a:pt x="189136" y="169545"/>
                    <a:pt x="191994" y="167640"/>
                  </a:cubicBezTo>
                  <a:lnTo>
                    <a:pt x="188184" y="169545"/>
                  </a:lnTo>
                  <a:cubicBezTo>
                    <a:pt x="189136" y="168593"/>
                    <a:pt x="191994" y="165735"/>
                    <a:pt x="193899" y="165735"/>
                  </a:cubicBezTo>
                  <a:cubicBezTo>
                    <a:pt x="190089" y="166688"/>
                    <a:pt x="176754" y="176213"/>
                    <a:pt x="168181" y="180023"/>
                  </a:cubicBezTo>
                  <a:cubicBezTo>
                    <a:pt x="167229" y="180975"/>
                    <a:pt x="165324" y="182880"/>
                    <a:pt x="166276" y="182880"/>
                  </a:cubicBezTo>
                  <a:lnTo>
                    <a:pt x="168181" y="180975"/>
                  </a:lnTo>
                  <a:cubicBezTo>
                    <a:pt x="171039" y="180975"/>
                    <a:pt x="164371" y="184785"/>
                    <a:pt x="168181" y="183833"/>
                  </a:cubicBezTo>
                  <a:cubicBezTo>
                    <a:pt x="165324" y="186690"/>
                    <a:pt x="162466" y="189548"/>
                    <a:pt x="157704" y="192405"/>
                  </a:cubicBezTo>
                  <a:lnTo>
                    <a:pt x="155799" y="191453"/>
                  </a:lnTo>
                  <a:cubicBezTo>
                    <a:pt x="155799" y="191453"/>
                    <a:pt x="159609" y="190500"/>
                    <a:pt x="160561" y="189548"/>
                  </a:cubicBezTo>
                  <a:cubicBezTo>
                    <a:pt x="158656" y="191453"/>
                    <a:pt x="151989" y="192405"/>
                    <a:pt x="151036" y="195263"/>
                  </a:cubicBezTo>
                  <a:lnTo>
                    <a:pt x="154846" y="194310"/>
                  </a:lnTo>
                  <a:cubicBezTo>
                    <a:pt x="151989" y="197168"/>
                    <a:pt x="149131" y="200978"/>
                    <a:pt x="144369" y="202883"/>
                  </a:cubicBezTo>
                  <a:cubicBezTo>
                    <a:pt x="147226" y="202883"/>
                    <a:pt x="145321" y="201930"/>
                    <a:pt x="149131" y="201930"/>
                  </a:cubicBezTo>
                  <a:cubicBezTo>
                    <a:pt x="145321" y="201930"/>
                    <a:pt x="159609" y="195263"/>
                    <a:pt x="153894" y="196215"/>
                  </a:cubicBezTo>
                  <a:cubicBezTo>
                    <a:pt x="157704" y="196215"/>
                    <a:pt x="159609" y="193358"/>
                    <a:pt x="164371" y="193358"/>
                  </a:cubicBezTo>
                  <a:cubicBezTo>
                    <a:pt x="164371" y="193358"/>
                    <a:pt x="162466" y="193358"/>
                    <a:pt x="166276" y="191453"/>
                  </a:cubicBezTo>
                  <a:cubicBezTo>
                    <a:pt x="166276" y="191453"/>
                    <a:pt x="166276" y="190500"/>
                    <a:pt x="167229" y="190500"/>
                  </a:cubicBezTo>
                  <a:cubicBezTo>
                    <a:pt x="167229" y="190500"/>
                    <a:pt x="167229" y="190500"/>
                    <a:pt x="167229" y="190500"/>
                  </a:cubicBezTo>
                  <a:lnTo>
                    <a:pt x="167229" y="190500"/>
                  </a:lnTo>
                  <a:cubicBezTo>
                    <a:pt x="167229" y="190500"/>
                    <a:pt x="167229" y="190500"/>
                    <a:pt x="167229" y="190500"/>
                  </a:cubicBezTo>
                  <a:cubicBezTo>
                    <a:pt x="166276" y="190500"/>
                    <a:pt x="165324" y="191453"/>
                    <a:pt x="165324" y="190500"/>
                  </a:cubicBezTo>
                  <a:cubicBezTo>
                    <a:pt x="166276" y="188595"/>
                    <a:pt x="171991" y="184785"/>
                    <a:pt x="172944" y="182880"/>
                  </a:cubicBezTo>
                  <a:cubicBezTo>
                    <a:pt x="174849" y="181928"/>
                    <a:pt x="171991" y="183833"/>
                    <a:pt x="173896" y="183833"/>
                  </a:cubicBezTo>
                  <a:lnTo>
                    <a:pt x="175801" y="180975"/>
                  </a:lnTo>
                  <a:cubicBezTo>
                    <a:pt x="176754" y="181928"/>
                    <a:pt x="182469" y="179070"/>
                    <a:pt x="177706" y="182880"/>
                  </a:cubicBezTo>
                  <a:lnTo>
                    <a:pt x="182469" y="180023"/>
                  </a:lnTo>
                  <a:cubicBezTo>
                    <a:pt x="185326" y="179070"/>
                    <a:pt x="189136" y="177165"/>
                    <a:pt x="191041" y="175260"/>
                  </a:cubicBezTo>
                  <a:cubicBezTo>
                    <a:pt x="192946" y="174308"/>
                    <a:pt x="195804" y="170498"/>
                    <a:pt x="193899" y="172403"/>
                  </a:cubicBezTo>
                  <a:lnTo>
                    <a:pt x="200566" y="167640"/>
                  </a:lnTo>
                  <a:lnTo>
                    <a:pt x="200566" y="167640"/>
                  </a:lnTo>
                  <a:cubicBezTo>
                    <a:pt x="207234" y="163830"/>
                    <a:pt x="212949" y="157163"/>
                    <a:pt x="222474" y="154305"/>
                  </a:cubicBezTo>
                  <a:cubicBezTo>
                    <a:pt x="224379" y="152400"/>
                    <a:pt x="226284" y="150495"/>
                    <a:pt x="231046" y="148590"/>
                  </a:cubicBezTo>
                  <a:lnTo>
                    <a:pt x="231999" y="148590"/>
                  </a:lnTo>
                  <a:cubicBezTo>
                    <a:pt x="234856" y="146685"/>
                    <a:pt x="241524" y="143828"/>
                    <a:pt x="241524" y="141923"/>
                  </a:cubicBezTo>
                  <a:cubicBezTo>
                    <a:pt x="246286" y="141923"/>
                    <a:pt x="255811" y="133350"/>
                    <a:pt x="261526" y="130493"/>
                  </a:cubicBezTo>
                  <a:lnTo>
                    <a:pt x="260574" y="129540"/>
                  </a:lnTo>
                  <a:cubicBezTo>
                    <a:pt x="264384" y="127635"/>
                    <a:pt x="267241" y="124777"/>
                    <a:pt x="271051" y="121920"/>
                  </a:cubicBezTo>
                  <a:lnTo>
                    <a:pt x="270099" y="120968"/>
                  </a:lnTo>
                  <a:cubicBezTo>
                    <a:pt x="272956" y="118110"/>
                    <a:pt x="280576" y="115252"/>
                    <a:pt x="286291" y="111443"/>
                  </a:cubicBezTo>
                  <a:cubicBezTo>
                    <a:pt x="286291" y="112395"/>
                    <a:pt x="284386" y="113348"/>
                    <a:pt x="283434" y="113348"/>
                  </a:cubicBezTo>
                  <a:cubicBezTo>
                    <a:pt x="292006" y="111443"/>
                    <a:pt x="297721" y="101918"/>
                    <a:pt x="304389" y="100013"/>
                  </a:cubicBezTo>
                  <a:cubicBezTo>
                    <a:pt x="305341" y="99060"/>
                    <a:pt x="307246" y="98108"/>
                    <a:pt x="308199" y="97155"/>
                  </a:cubicBezTo>
                  <a:cubicBezTo>
                    <a:pt x="308199" y="97155"/>
                    <a:pt x="308199" y="97155"/>
                    <a:pt x="308199" y="97155"/>
                  </a:cubicBezTo>
                  <a:cubicBezTo>
                    <a:pt x="308199" y="97155"/>
                    <a:pt x="308199" y="97155"/>
                    <a:pt x="309151" y="97155"/>
                  </a:cubicBezTo>
                  <a:cubicBezTo>
                    <a:pt x="310104" y="97155"/>
                    <a:pt x="311056" y="96203"/>
                    <a:pt x="312009" y="96203"/>
                  </a:cubicBezTo>
                  <a:cubicBezTo>
                    <a:pt x="311056" y="96203"/>
                    <a:pt x="310104" y="96203"/>
                    <a:pt x="310104" y="97155"/>
                  </a:cubicBezTo>
                  <a:cubicBezTo>
                    <a:pt x="311056" y="96203"/>
                    <a:pt x="312961" y="95250"/>
                    <a:pt x="314866" y="93345"/>
                  </a:cubicBezTo>
                  <a:lnTo>
                    <a:pt x="316771" y="94298"/>
                  </a:lnTo>
                  <a:cubicBezTo>
                    <a:pt x="316771" y="94298"/>
                    <a:pt x="316771" y="94298"/>
                    <a:pt x="316771" y="94298"/>
                  </a:cubicBezTo>
                  <a:cubicBezTo>
                    <a:pt x="318676" y="93345"/>
                    <a:pt x="317724" y="92393"/>
                    <a:pt x="316771" y="92393"/>
                  </a:cubicBezTo>
                  <a:cubicBezTo>
                    <a:pt x="317724" y="91440"/>
                    <a:pt x="318676" y="90488"/>
                    <a:pt x="318676" y="90488"/>
                  </a:cubicBezTo>
                  <a:cubicBezTo>
                    <a:pt x="321534" y="91440"/>
                    <a:pt x="323439" y="86678"/>
                    <a:pt x="326296" y="87630"/>
                  </a:cubicBezTo>
                  <a:cubicBezTo>
                    <a:pt x="327249" y="85725"/>
                    <a:pt x="334869" y="80963"/>
                    <a:pt x="334869" y="78105"/>
                  </a:cubicBezTo>
                  <a:cubicBezTo>
                    <a:pt x="334869" y="78105"/>
                    <a:pt x="335821" y="78105"/>
                    <a:pt x="334869" y="79058"/>
                  </a:cubicBezTo>
                  <a:cubicBezTo>
                    <a:pt x="336774" y="78105"/>
                    <a:pt x="339631" y="77153"/>
                    <a:pt x="340584" y="75248"/>
                  </a:cubicBezTo>
                  <a:lnTo>
                    <a:pt x="342489" y="76200"/>
                  </a:lnTo>
                  <a:lnTo>
                    <a:pt x="345346" y="71438"/>
                  </a:lnTo>
                  <a:cubicBezTo>
                    <a:pt x="348204" y="70485"/>
                    <a:pt x="350109" y="70485"/>
                    <a:pt x="348204" y="73343"/>
                  </a:cubicBezTo>
                  <a:cubicBezTo>
                    <a:pt x="353919" y="67628"/>
                    <a:pt x="352966" y="69533"/>
                    <a:pt x="357729" y="63818"/>
                  </a:cubicBezTo>
                  <a:lnTo>
                    <a:pt x="357729" y="64770"/>
                  </a:lnTo>
                  <a:cubicBezTo>
                    <a:pt x="359634" y="63818"/>
                    <a:pt x="362491" y="60008"/>
                    <a:pt x="363444" y="60008"/>
                  </a:cubicBezTo>
                  <a:cubicBezTo>
                    <a:pt x="364396" y="60008"/>
                    <a:pt x="366301" y="59055"/>
                    <a:pt x="369159" y="58103"/>
                  </a:cubicBezTo>
                  <a:cubicBezTo>
                    <a:pt x="372016" y="56198"/>
                    <a:pt x="375826" y="54293"/>
                    <a:pt x="379636" y="51435"/>
                  </a:cubicBezTo>
                  <a:cubicBezTo>
                    <a:pt x="387256" y="46673"/>
                    <a:pt x="396781" y="40958"/>
                    <a:pt x="406306" y="35243"/>
                  </a:cubicBezTo>
                  <a:cubicBezTo>
                    <a:pt x="404401" y="35243"/>
                    <a:pt x="402496" y="34290"/>
                    <a:pt x="401544" y="34290"/>
                  </a:cubicBezTo>
                  <a:cubicBezTo>
                    <a:pt x="399639" y="35243"/>
                    <a:pt x="397734" y="35243"/>
                    <a:pt x="396781" y="34290"/>
                  </a:cubicBezTo>
                  <a:cubicBezTo>
                    <a:pt x="394876" y="33338"/>
                    <a:pt x="392019" y="32385"/>
                    <a:pt x="390114" y="33338"/>
                  </a:cubicBezTo>
                  <a:cubicBezTo>
                    <a:pt x="390114" y="32385"/>
                    <a:pt x="388209" y="32385"/>
                    <a:pt x="392971" y="31433"/>
                  </a:cubicBezTo>
                  <a:cubicBezTo>
                    <a:pt x="387256" y="31433"/>
                    <a:pt x="383446" y="30480"/>
                    <a:pt x="379636" y="29528"/>
                  </a:cubicBezTo>
                  <a:cubicBezTo>
                    <a:pt x="375826" y="28575"/>
                    <a:pt x="372969" y="28575"/>
                    <a:pt x="368206" y="29528"/>
                  </a:cubicBezTo>
                  <a:cubicBezTo>
                    <a:pt x="367254" y="28575"/>
                    <a:pt x="371064" y="28575"/>
                    <a:pt x="370111" y="28575"/>
                  </a:cubicBezTo>
                  <a:cubicBezTo>
                    <a:pt x="369159" y="28575"/>
                    <a:pt x="366301" y="28575"/>
                    <a:pt x="365349" y="28575"/>
                  </a:cubicBezTo>
                  <a:cubicBezTo>
                    <a:pt x="364396" y="27623"/>
                    <a:pt x="367254" y="28575"/>
                    <a:pt x="369159" y="27623"/>
                  </a:cubicBezTo>
                  <a:cubicBezTo>
                    <a:pt x="362491" y="26670"/>
                    <a:pt x="361539" y="27623"/>
                    <a:pt x="360586" y="28575"/>
                  </a:cubicBezTo>
                  <a:cubicBezTo>
                    <a:pt x="359634" y="29528"/>
                    <a:pt x="358681" y="30480"/>
                    <a:pt x="358681" y="31433"/>
                  </a:cubicBezTo>
                  <a:cubicBezTo>
                    <a:pt x="354871" y="30480"/>
                    <a:pt x="353919" y="29528"/>
                    <a:pt x="351061" y="31433"/>
                  </a:cubicBezTo>
                  <a:cubicBezTo>
                    <a:pt x="350109" y="30480"/>
                    <a:pt x="348204" y="29528"/>
                    <a:pt x="352014" y="29528"/>
                  </a:cubicBezTo>
                  <a:cubicBezTo>
                    <a:pt x="349156" y="29528"/>
                    <a:pt x="336774" y="26670"/>
                    <a:pt x="336774" y="28575"/>
                  </a:cubicBezTo>
                  <a:cubicBezTo>
                    <a:pt x="335821" y="27623"/>
                    <a:pt x="332964" y="27623"/>
                    <a:pt x="332964" y="28575"/>
                  </a:cubicBezTo>
                  <a:cubicBezTo>
                    <a:pt x="327249" y="27623"/>
                    <a:pt x="327249" y="27623"/>
                    <a:pt x="321534" y="27623"/>
                  </a:cubicBezTo>
                  <a:lnTo>
                    <a:pt x="323439" y="27623"/>
                  </a:lnTo>
                  <a:cubicBezTo>
                    <a:pt x="321534" y="29528"/>
                    <a:pt x="318676" y="27623"/>
                    <a:pt x="314866" y="27623"/>
                  </a:cubicBezTo>
                  <a:lnTo>
                    <a:pt x="314866" y="27623"/>
                  </a:lnTo>
                  <a:cubicBezTo>
                    <a:pt x="305341" y="24765"/>
                    <a:pt x="310104" y="27623"/>
                    <a:pt x="300579" y="24765"/>
                  </a:cubicBezTo>
                  <a:lnTo>
                    <a:pt x="300579" y="25717"/>
                  </a:lnTo>
                  <a:cubicBezTo>
                    <a:pt x="299626" y="28575"/>
                    <a:pt x="292006" y="22860"/>
                    <a:pt x="286291" y="23813"/>
                  </a:cubicBezTo>
                  <a:lnTo>
                    <a:pt x="288196" y="24765"/>
                  </a:lnTo>
                  <a:cubicBezTo>
                    <a:pt x="285339" y="25717"/>
                    <a:pt x="279624" y="20003"/>
                    <a:pt x="276766" y="19050"/>
                  </a:cubicBezTo>
                  <a:cubicBezTo>
                    <a:pt x="275814" y="19050"/>
                    <a:pt x="277719" y="19050"/>
                    <a:pt x="278671" y="19050"/>
                  </a:cubicBezTo>
                  <a:cubicBezTo>
                    <a:pt x="271051" y="16193"/>
                    <a:pt x="277719" y="20955"/>
                    <a:pt x="271051" y="20003"/>
                  </a:cubicBezTo>
                  <a:cubicBezTo>
                    <a:pt x="270099" y="19050"/>
                    <a:pt x="272956" y="18098"/>
                    <a:pt x="269146" y="17145"/>
                  </a:cubicBezTo>
                  <a:cubicBezTo>
                    <a:pt x="267241" y="16193"/>
                    <a:pt x="256764" y="19050"/>
                    <a:pt x="252001" y="16193"/>
                  </a:cubicBezTo>
                  <a:cubicBezTo>
                    <a:pt x="252954" y="17145"/>
                    <a:pt x="253906" y="18098"/>
                    <a:pt x="251049" y="18098"/>
                  </a:cubicBezTo>
                  <a:cubicBezTo>
                    <a:pt x="246286" y="18098"/>
                    <a:pt x="239619" y="14288"/>
                    <a:pt x="235809" y="16193"/>
                  </a:cubicBezTo>
                  <a:cubicBezTo>
                    <a:pt x="234856" y="16193"/>
                    <a:pt x="234856" y="16193"/>
                    <a:pt x="234856" y="15240"/>
                  </a:cubicBezTo>
                  <a:cubicBezTo>
                    <a:pt x="231046" y="15240"/>
                    <a:pt x="224379" y="15240"/>
                    <a:pt x="221521" y="16193"/>
                  </a:cubicBezTo>
                  <a:cubicBezTo>
                    <a:pt x="218664" y="11430"/>
                    <a:pt x="200566" y="16193"/>
                    <a:pt x="201519" y="12383"/>
                  </a:cubicBezTo>
                  <a:lnTo>
                    <a:pt x="188184" y="12383"/>
                  </a:lnTo>
                  <a:lnTo>
                    <a:pt x="188184" y="12383"/>
                  </a:lnTo>
                  <a:cubicBezTo>
                    <a:pt x="181516" y="11430"/>
                    <a:pt x="179611" y="12383"/>
                    <a:pt x="176754" y="13335"/>
                  </a:cubicBezTo>
                  <a:cubicBezTo>
                    <a:pt x="174849" y="13335"/>
                    <a:pt x="176754" y="12383"/>
                    <a:pt x="176754" y="12383"/>
                  </a:cubicBezTo>
                  <a:cubicBezTo>
                    <a:pt x="167229" y="10478"/>
                    <a:pt x="166276" y="10478"/>
                    <a:pt x="157704" y="11430"/>
                  </a:cubicBezTo>
                  <a:lnTo>
                    <a:pt x="156751" y="10478"/>
                  </a:lnTo>
                  <a:cubicBezTo>
                    <a:pt x="154846" y="11430"/>
                    <a:pt x="143416" y="6668"/>
                    <a:pt x="133891" y="7620"/>
                  </a:cubicBezTo>
                  <a:cubicBezTo>
                    <a:pt x="133891" y="7620"/>
                    <a:pt x="133891" y="7620"/>
                    <a:pt x="134844" y="6668"/>
                  </a:cubicBezTo>
                  <a:cubicBezTo>
                    <a:pt x="124366" y="6668"/>
                    <a:pt x="110079" y="0"/>
                    <a:pt x="105316" y="4763"/>
                  </a:cubicBezTo>
                  <a:lnTo>
                    <a:pt x="98649" y="4763"/>
                  </a:lnTo>
                  <a:cubicBezTo>
                    <a:pt x="107221" y="5715"/>
                    <a:pt x="96744" y="6668"/>
                    <a:pt x="100554" y="7620"/>
                  </a:cubicBezTo>
                  <a:cubicBezTo>
                    <a:pt x="96744" y="7620"/>
                    <a:pt x="91981" y="4763"/>
                    <a:pt x="95791" y="5715"/>
                  </a:cubicBezTo>
                  <a:lnTo>
                    <a:pt x="96744" y="5715"/>
                  </a:lnTo>
                  <a:cubicBezTo>
                    <a:pt x="98649" y="3810"/>
                    <a:pt x="85314" y="3810"/>
                    <a:pt x="86266" y="1905"/>
                  </a:cubicBezTo>
                  <a:cubicBezTo>
                    <a:pt x="81504" y="953"/>
                    <a:pt x="75789" y="953"/>
                    <a:pt x="71026" y="0"/>
                  </a:cubicBezTo>
                  <a:lnTo>
                    <a:pt x="67216" y="13335"/>
                  </a:lnTo>
                  <a:cubicBezTo>
                    <a:pt x="66264" y="16193"/>
                    <a:pt x="65311" y="20003"/>
                    <a:pt x="64359" y="22860"/>
                  </a:cubicBezTo>
                  <a:cubicBezTo>
                    <a:pt x="62454" y="29528"/>
                    <a:pt x="60549" y="35243"/>
                    <a:pt x="58644" y="41910"/>
                  </a:cubicBezTo>
                  <a:lnTo>
                    <a:pt x="61501" y="40958"/>
                  </a:lnTo>
                  <a:lnTo>
                    <a:pt x="59596" y="46673"/>
                  </a:lnTo>
                  <a:cubicBezTo>
                    <a:pt x="58644" y="47625"/>
                    <a:pt x="57691" y="48578"/>
                    <a:pt x="58644" y="43815"/>
                  </a:cubicBezTo>
                  <a:cubicBezTo>
                    <a:pt x="56739" y="45720"/>
                    <a:pt x="57691" y="50483"/>
                    <a:pt x="58644" y="51435"/>
                  </a:cubicBezTo>
                  <a:cubicBezTo>
                    <a:pt x="55786" y="59055"/>
                    <a:pt x="56739" y="47625"/>
                    <a:pt x="56739" y="50483"/>
                  </a:cubicBezTo>
                  <a:lnTo>
                    <a:pt x="55786" y="53340"/>
                  </a:lnTo>
                  <a:lnTo>
                    <a:pt x="55786" y="52388"/>
                  </a:lnTo>
                  <a:cubicBezTo>
                    <a:pt x="55786" y="55245"/>
                    <a:pt x="56739" y="55245"/>
                    <a:pt x="55786" y="60008"/>
                  </a:cubicBezTo>
                  <a:cubicBezTo>
                    <a:pt x="54834" y="62865"/>
                    <a:pt x="53881" y="60960"/>
                    <a:pt x="53881" y="62865"/>
                  </a:cubicBezTo>
                  <a:cubicBezTo>
                    <a:pt x="53881" y="62865"/>
                    <a:pt x="53881" y="62865"/>
                    <a:pt x="52929" y="64770"/>
                  </a:cubicBezTo>
                  <a:lnTo>
                    <a:pt x="51024" y="71438"/>
                  </a:lnTo>
                  <a:lnTo>
                    <a:pt x="52929" y="68580"/>
                  </a:lnTo>
                  <a:cubicBezTo>
                    <a:pt x="52929" y="71438"/>
                    <a:pt x="51024" y="75248"/>
                    <a:pt x="53881" y="72390"/>
                  </a:cubicBezTo>
                  <a:cubicBezTo>
                    <a:pt x="50071" y="76200"/>
                    <a:pt x="46261" y="98108"/>
                    <a:pt x="44356" y="100965"/>
                  </a:cubicBezTo>
                  <a:cubicBezTo>
                    <a:pt x="44356" y="105727"/>
                    <a:pt x="43404" y="109538"/>
                    <a:pt x="41499" y="115252"/>
                  </a:cubicBezTo>
                  <a:cubicBezTo>
                    <a:pt x="42451" y="114300"/>
                    <a:pt x="44356" y="113348"/>
                    <a:pt x="42451" y="118110"/>
                  </a:cubicBezTo>
                  <a:cubicBezTo>
                    <a:pt x="39594" y="115252"/>
                    <a:pt x="38641" y="125730"/>
                    <a:pt x="34831" y="129540"/>
                  </a:cubicBezTo>
                  <a:cubicBezTo>
                    <a:pt x="37689" y="126683"/>
                    <a:pt x="31974" y="142875"/>
                    <a:pt x="35784" y="138113"/>
                  </a:cubicBezTo>
                  <a:cubicBezTo>
                    <a:pt x="34831" y="141923"/>
                    <a:pt x="34831" y="138113"/>
                    <a:pt x="32926" y="140970"/>
                  </a:cubicBezTo>
                  <a:cubicBezTo>
                    <a:pt x="31974" y="150495"/>
                    <a:pt x="27211" y="160973"/>
                    <a:pt x="24354" y="172403"/>
                  </a:cubicBezTo>
                  <a:cubicBezTo>
                    <a:pt x="24354" y="172403"/>
                    <a:pt x="26259" y="171450"/>
                    <a:pt x="26259" y="173355"/>
                  </a:cubicBezTo>
                  <a:lnTo>
                    <a:pt x="22449" y="179070"/>
                  </a:lnTo>
                  <a:cubicBezTo>
                    <a:pt x="22449" y="180975"/>
                    <a:pt x="24354" y="181928"/>
                    <a:pt x="21496" y="185738"/>
                  </a:cubicBezTo>
                  <a:cubicBezTo>
                    <a:pt x="22449" y="184785"/>
                    <a:pt x="22449" y="184785"/>
                    <a:pt x="22449" y="185738"/>
                  </a:cubicBezTo>
                  <a:cubicBezTo>
                    <a:pt x="14829" y="207645"/>
                    <a:pt x="12924" y="231458"/>
                    <a:pt x="2446" y="253365"/>
                  </a:cubicBezTo>
                  <a:cubicBezTo>
                    <a:pt x="4351" y="250508"/>
                    <a:pt x="3399" y="252413"/>
                    <a:pt x="3399" y="255270"/>
                  </a:cubicBezTo>
                  <a:cubicBezTo>
                    <a:pt x="4351" y="253365"/>
                    <a:pt x="4351" y="255270"/>
                    <a:pt x="5304" y="255270"/>
                  </a:cubicBezTo>
                  <a:lnTo>
                    <a:pt x="1494" y="263843"/>
                  </a:lnTo>
                  <a:cubicBezTo>
                    <a:pt x="2446" y="265748"/>
                    <a:pt x="-1364" y="274320"/>
                    <a:pt x="541" y="275273"/>
                  </a:cubicBezTo>
                  <a:lnTo>
                    <a:pt x="541" y="272415"/>
                  </a:lnTo>
                  <a:cubicBezTo>
                    <a:pt x="1494" y="277178"/>
                    <a:pt x="6256" y="267653"/>
                    <a:pt x="9114" y="269558"/>
                  </a:cubicBezTo>
                  <a:cubicBezTo>
                    <a:pt x="8161" y="264795"/>
                    <a:pt x="15781" y="259080"/>
                    <a:pt x="13876" y="250508"/>
                  </a:cubicBezTo>
                  <a:cubicBezTo>
                    <a:pt x="14829" y="248603"/>
                    <a:pt x="13876" y="252413"/>
                    <a:pt x="14829" y="251460"/>
                  </a:cubicBezTo>
                  <a:cubicBezTo>
                    <a:pt x="13876" y="249555"/>
                    <a:pt x="14829" y="246698"/>
                    <a:pt x="15781" y="242888"/>
                  </a:cubicBezTo>
                  <a:lnTo>
                    <a:pt x="15781" y="243840"/>
                  </a:lnTo>
                  <a:cubicBezTo>
                    <a:pt x="18639" y="232410"/>
                    <a:pt x="20544" y="227648"/>
                    <a:pt x="25306" y="214313"/>
                  </a:cubicBezTo>
                  <a:lnTo>
                    <a:pt x="23401" y="215265"/>
                  </a:lnTo>
                  <a:cubicBezTo>
                    <a:pt x="24354" y="212408"/>
                    <a:pt x="25306" y="212408"/>
                    <a:pt x="25306" y="210503"/>
                  </a:cubicBezTo>
                  <a:cubicBezTo>
                    <a:pt x="24354" y="206693"/>
                    <a:pt x="23401" y="218123"/>
                    <a:pt x="21496" y="215265"/>
                  </a:cubicBezTo>
                  <a:cubicBezTo>
                    <a:pt x="25306" y="212408"/>
                    <a:pt x="26259" y="195263"/>
                    <a:pt x="30069" y="193358"/>
                  </a:cubicBezTo>
                  <a:cubicBezTo>
                    <a:pt x="31021" y="188595"/>
                    <a:pt x="28164" y="194310"/>
                    <a:pt x="29116" y="189548"/>
                  </a:cubicBezTo>
                  <a:lnTo>
                    <a:pt x="30069" y="188595"/>
                  </a:lnTo>
                  <a:lnTo>
                    <a:pt x="29116" y="187643"/>
                  </a:lnTo>
                  <a:cubicBezTo>
                    <a:pt x="30069" y="184785"/>
                    <a:pt x="31021" y="183833"/>
                    <a:pt x="31974" y="183833"/>
                  </a:cubicBezTo>
                  <a:cubicBezTo>
                    <a:pt x="31974" y="184785"/>
                    <a:pt x="31974" y="185738"/>
                    <a:pt x="31974" y="186690"/>
                  </a:cubicBezTo>
                  <a:cubicBezTo>
                    <a:pt x="33879" y="182880"/>
                    <a:pt x="33879" y="176213"/>
                    <a:pt x="34831" y="175260"/>
                  </a:cubicBezTo>
                  <a:lnTo>
                    <a:pt x="32926" y="179070"/>
                  </a:lnTo>
                  <a:cubicBezTo>
                    <a:pt x="34831" y="166688"/>
                    <a:pt x="39594" y="153353"/>
                    <a:pt x="41499" y="140970"/>
                  </a:cubicBezTo>
                  <a:lnTo>
                    <a:pt x="40546" y="141923"/>
                  </a:lnTo>
                  <a:cubicBezTo>
                    <a:pt x="41499" y="133350"/>
                    <a:pt x="43404" y="135255"/>
                    <a:pt x="45309" y="125730"/>
                  </a:cubicBezTo>
                  <a:lnTo>
                    <a:pt x="45309" y="125730"/>
                  </a:lnTo>
                  <a:cubicBezTo>
                    <a:pt x="45309" y="123825"/>
                    <a:pt x="45309" y="120968"/>
                    <a:pt x="46261" y="118110"/>
                  </a:cubicBezTo>
                  <a:cubicBezTo>
                    <a:pt x="46261" y="120968"/>
                    <a:pt x="49119" y="114300"/>
                    <a:pt x="49119" y="117158"/>
                  </a:cubicBezTo>
                  <a:cubicBezTo>
                    <a:pt x="50071" y="107633"/>
                    <a:pt x="49119" y="112395"/>
                    <a:pt x="49119" y="105727"/>
                  </a:cubicBezTo>
                  <a:lnTo>
                    <a:pt x="50071" y="104775"/>
                  </a:lnTo>
                  <a:cubicBezTo>
                    <a:pt x="50071" y="102870"/>
                    <a:pt x="49119" y="101918"/>
                    <a:pt x="50071" y="97155"/>
                  </a:cubicBezTo>
                  <a:cubicBezTo>
                    <a:pt x="50071" y="100965"/>
                    <a:pt x="51976" y="94298"/>
                    <a:pt x="51976" y="99060"/>
                  </a:cubicBezTo>
                  <a:cubicBezTo>
                    <a:pt x="56739" y="89535"/>
                    <a:pt x="53881" y="83820"/>
                    <a:pt x="57691" y="80010"/>
                  </a:cubicBezTo>
                  <a:cubicBezTo>
                    <a:pt x="55786" y="74295"/>
                    <a:pt x="53881" y="88583"/>
                    <a:pt x="53881" y="85725"/>
                  </a:cubicBezTo>
                  <a:cubicBezTo>
                    <a:pt x="51976" y="87630"/>
                    <a:pt x="52929" y="80963"/>
                    <a:pt x="53881" y="78105"/>
                  </a:cubicBezTo>
                  <a:cubicBezTo>
                    <a:pt x="54834" y="75248"/>
                    <a:pt x="58644" y="73343"/>
                    <a:pt x="60549" y="65723"/>
                  </a:cubicBezTo>
                  <a:cubicBezTo>
                    <a:pt x="60549" y="66675"/>
                    <a:pt x="60549" y="66675"/>
                    <a:pt x="60549" y="67628"/>
                  </a:cubicBezTo>
                  <a:cubicBezTo>
                    <a:pt x="62454" y="64770"/>
                    <a:pt x="61501" y="61913"/>
                    <a:pt x="63406" y="58103"/>
                  </a:cubicBezTo>
                  <a:cubicBezTo>
                    <a:pt x="62454" y="55245"/>
                    <a:pt x="64359" y="53340"/>
                    <a:pt x="62454" y="52388"/>
                  </a:cubicBezTo>
                  <a:lnTo>
                    <a:pt x="61501" y="60008"/>
                  </a:lnTo>
                  <a:cubicBezTo>
                    <a:pt x="62454" y="55245"/>
                    <a:pt x="60549" y="51435"/>
                    <a:pt x="63406" y="44768"/>
                  </a:cubicBezTo>
                  <a:cubicBezTo>
                    <a:pt x="63406" y="45720"/>
                    <a:pt x="63406" y="47625"/>
                    <a:pt x="63406" y="49530"/>
                  </a:cubicBezTo>
                  <a:cubicBezTo>
                    <a:pt x="64359" y="47625"/>
                    <a:pt x="64359" y="45720"/>
                    <a:pt x="65311" y="43815"/>
                  </a:cubicBezTo>
                  <a:cubicBezTo>
                    <a:pt x="67216" y="44768"/>
                    <a:pt x="63406" y="53340"/>
                    <a:pt x="63406" y="58103"/>
                  </a:cubicBezTo>
                  <a:cubicBezTo>
                    <a:pt x="65311" y="56198"/>
                    <a:pt x="64359" y="49530"/>
                    <a:pt x="65311" y="52388"/>
                  </a:cubicBezTo>
                  <a:cubicBezTo>
                    <a:pt x="63406" y="48578"/>
                    <a:pt x="68169" y="44768"/>
                    <a:pt x="67216" y="38100"/>
                  </a:cubicBezTo>
                  <a:lnTo>
                    <a:pt x="68169" y="39053"/>
                  </a:lnTo>
                  <a:cubicBezTo>
                    <a:pt x="68169" y="38100"/>
                    <a:pt x="68169" y="36195"/>
                    <a:pt x="68169" y="34290"/>
                  </a:cubicBezTo>
                  <a:lnTo>
                    <a:pt x="69121" y="37148"/>
                  </a:lnTo>
                  <a:cubicBezTo>
                    <a:pt x="69121" y="32385"/>
                    <a:pt x="72931" y="28575"/>
                    <a:pt x="72931" y="24765"/>
                  </a:cubicBezTo>
                  <a:cubicBezTo>
                    <a:pt x="71026" y="33338"/>
                    <a:pt x="71026" y="26670"/>
                    <a:pt x="69121" y="29528"/>
                  </a:cubicBezTo>
                  <a:cubicBezTo>
                    <a:pt x="70074" y="23813"/>
                    <a:pt x="71026" y="22860"/>
                    <a:pt x="71979" y="20955"/>
                  </a:cubicBezTo>
                  <a:cubicBezTo>
                    <a:pt x="72931" y="20003"/>
                    <a:pt x="75789" y="16193"/>
                    <a:pt x="74836" y="15240"/>
                  </a:cubicBezTo>
                  <a:cubicBezTo>
                    <a:pt x="74836" y="15240"/>
                    <a:pt x="73884" y="17145"/>
                    <a:pt x="72931" y="15240"/>
                  </a:cubicBezTo>
                  <a:cubicBezTo>
                    <a:pt x="73884" y="14288"/>
                    <a:pt x="73884" y="13335"/>
                    <a:pt x="74836" y="14288"/>
                  </a:cubicBezTo>
                  <a:lnTo>
                    <a:pt x="74836" y="14288"/>
                  </a:lnTo>
                  <a:cubicBezTo>
                    <a:pt x="76741" y="14288"/>
                    <a:pt x="72931" y="12383"/>
                    <a:pt x="73884" y="12383"/>
                  </a:cubicBezTo>
                  <a:cubicBezTo>
                    <a:pt x="75789" y="14288"/>
                    <a:pt x="74836" y="11430"/>
                    <a:pt x="77694" y="11430"/>
                  </a:cubicBezTo>
                  <a:lnTo>
                    <a:pt x="77694" y="12383"/>
                  </a:lnTo>
                  <a:cubicBezTo>
                    <a:pt x="87219" y="14288"/>
                    <a:pt x="80551" y="9525"/>
                    <a:pt x="89124" y="11430"/>
                  </a:cubicBezTo>
                  <a:lnTo>
                    <a:pt x="91981" y="12383"/>
                  </a:lnTo>
                  <a:lnTo>
                    <a:pt x="96744" y="12383"/>
                  </a:lnTo>
                  <a:lnTo>
                    <a:pt x="95791" y="13335"/>
                  </a:lnTo>
                  <a:cubicBezTo>
                    <a:pt x="100554" y="12383"/>
                    <a:pt x="102459" y="13335"/>
                    <a:pt x="107221" y="14288"/>
                  </a:cubicBezTo>
                  <a:cubicBezTo>
                    <a:pt x="106269" y="13335"/>
                    <a:pt x="108174" y="12383"/>
                    <a:pt x="111984" y="12383"/>
                  </a:cubicBezTo>
                  <a:cubicBezTo>
                    <a:pt x="114841" y="13335"/>
                    <a:pt x="110079" y="13335"/>
                    <a:pt x="115794" y="14288"/>
                  </a:cubicBezTo>
                  <a:cubicBezTo>
                    <a:pt x="113889" y="15240"/>
                    <a:pt x="112936" y="16193"/>
                    <a:pt x="110079" y="14288"/>
                  </a:cubicBezTo>
                  <a:cubicBezTo>
                    <a:pt x="110079" y="14288"/>
                    <a:pt x="109126" y="15240"/>
                    <a:pt x="108174" y="15240"/>
                  </a:cubicBezTo>
                  <a:cubicBezTo>
                    <a:pt x="111031" y="16193"/>
                    <a:pt x="115794" y="16193"/>
                    <a:pt x="117699" y="16193"/>
                  </a:cubicBezTo>
                  <a:cubicBezTo>
                    <a:pt x="116746" y="16193"/>
                    <a:pt x="115794" y="16193"/>
                    <a:pt x="115794" y="15240"/>
                  </a:cubicBezTo>
                  <a:lnTo>
                    <a:pt x="124366" y="14288"/>
                  </a:lnTo>
                  <a:cubicBezTo>
                    <a:pt x="125319" y="15240"/>
                    <a:pt x="124366" y="15240"/>
                    <a:pt x="123414" y="15240"/>
                  </a:cubicBezTo>
                  <a:cubicBezTo>
                    <a:pt x="125319" y="15240"/>
                    <a:pt x="126271" y="15240"/>
                    <a:pt x="129129" y="15240"/>
                  </a:cubicBezTo>
                  <a:cubicBezTo>
                    <a:pt x="128176" y="16193"/>
                    <a:pt x="128176" y="17145"/>
                    <a:pt x="124366" y="17145"/>
                  </a:cubicBezTo>
                  <a:lnTo>
                    <a:pt x="132939" y="17145"/>
                  </a:lnTo>
                  <a:cubicBezTo>
                    <a:pt x="133891" y="18098"/>
                    <a:pt x="136749" y="19050"/>
                    <a:pt x="135796" y="19050"/>
                  </a:cubicBezTo>
                  <a:cubicBezTo>
                    <a:pt x="140559" y="20003"/>
                    <a:pt x="147226" y="18098"/>
                    <a:pt x="152941" y="20003"/>
                  </a:cubicBezTo>
                  <a:cubicBezTo>
                    <a:pt x="152941" y="20003"/>
                    <a:pt x="153894" y="20003"/>
                    <a:pt x="154846" y="20003"/>
                  </a:cubicBezTo>
                  <a:cubicBezTo>
                    <a:pt x="160561" y="20955"/>
                    <a:pt x="165324" y="22860"/>
                    <a:pt x="171991" y="21908"/>
                  </a:cubicBezTo>
                  <a:lnTo>
                    <a:pt x="175801" y="23813"/>
                  </a:lnTo>
                  <a:cubicBezTo>
                    <a:pt x="181516" y="23813"/>
                    <a:pt x="171039" y="20955"/>
                    <a:pt x="179611" y="20955"/>
                  </a:cubicBezTo>
                  <a:cubicBezTo>
                    <a:pt x="186279" y="20955"/>
                    <a:pt x="181516" y="22860"/>
                    <a:pt x="183421" y="23813"/>
                  </a:cubicBezTo>
                  <a:cubicBezTo>
                    <a:pt x="186279" y="22860"/>
                    <a:pt x="191994" y="21908"/>
                    <a:pt x="197709" y="23813"/>
                  </a:cubicBezTo>
                  <a:cubicBezTo>
                    <a:pt x="197709" y="24765"/>
                    <a:pt x="196756" y="24765"/>
                    <a:pt x="194851" y="24765"/>
                  </a:cubicBezTo>
                  <a:close/>
                  <a:moveTo>
                    <a:pt x="260574" y="30480"/>
                  </a:moveTo>
                  <a:cubicBezTo>
                    <a:pt x="259621" y="30480"/>
                    <a:pt x="256764" y="31433"/>
                    <a:pt x="255811" y="30480"/>
                  </a:cubicBezTo>
                  <a:cubicBezTo>
                    <a:pt x="256764" y="29528"/>
                    <a:pt x="257716" y="30480"/>
                    <a:pt x="260574" y="30480"/>
                  </a:cubicBezTo>
                  <a:close/>
                  <a:moveTo>
                    <a:pt x="359634" y="38100"/>
                  </a:moveTo>
                  <a:cubicBezTo>
                    <a:pt x="358681" y="38100"/>
                    <a:pt x="356776" y="38100"/>
                    <a:pt x="355824" y="37148"/>
                  </a:cubicBezTo>
                  <a:cubicBezTo>
                    <a:pt x="356776" y="38100"/>
                    <a:pt x="357729" y="38100"/>
                    <a:pt x="359634" y="38100"/>
                  </a:cubicBezTo>
                  <a:close/>
                  <a:moveTo>
                    <a:pt x="184374" y="176213"/>
                  </a:moveTo>
                  <a:lnTo>
                    <a:pt x="184374" y="176213"/>
                  </a:lnTo>
                  <a:cubicBezTo>
                    <a:pt x="187231" y="175260"/>
                    <a:pt x="186279" y="175260"/>
                    <a:pt x="184374" y="176213"/>
                  </a:cubicBezTo>
                  <a:close/>
                  <a:moveTo>
                    <a:pt x="178659" y="179070"/>
                  </a:moveTo>
                  <a:cubicBezTo>
                    <a:pt x="178659" y="179070"/>
                    <a:pt x="178659" y="179070"/>
                    <a:pt x="178659" y="179070"/>
                  </a:cubicBezTo>
                  <a:cubicBezTo>
                    <a:pt x="178659" y="179070"/>
                    <a:pt x="179611" y="178118"/>
                    <a:pt x="181516" y="178118"/>
                  </a:cubicBezTo>
                  <a:cubicBezTo>
                    <a:pt x="181516" y="177165"/>
                    <a:pt x="180564" y="177165"/>
                    <a:pt x="178659" y="179070"/>
                  </a:cubicBezTo>
                  <a:close/>
                  <a:moveTo>
                    <a:pt x="54834" y="63818"/>
                  </a:moveTo>
                  <a:lnTo>
                    <a:pt x="55786" y="62865"/>
                  </a:lnTo>
                  <a:cubicBezTo>
                    <a:pt x="55786" y="65723"/>
                    <a:pt x="54834" y="64770"/>
                    <a:pt x="54834" y="63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82"/>
              </p:custDataLst>
            </p:nvPr>
          </p:nvSpPr>
          <p:spPr>
            <a:xfrm>
              <a:off x="2674858" y="3979121"/>
              <a:ext cx="714" cy="423"/>
            </a:xfrm>
            <a:custGeom>
              <a:avLst/>
              <a:gdLst>
                <a:gd name="connsiteX0" fmla="*/ 714 w 714"/>
                <a:gd name="connsiteY0" fmla="*/ 423 h 423"/>
                <a:gd name="connsiteX1" fmla="*/ 714 w 714"/>
                <a:gd name="connsiteY1" fmla="*/ 423 h 423"/>
                <a:gd name="connsiteX2" fmla="*/ 714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714" y="423"/>
                  </a:moveTo>
                  <a:cubicBezTo>
                    <a:pt x="714" y="423"/>
                    <a:pt x="714" y="-529"/>
                    <a:pt x="714" y="423"/>
                  </a:cubicBezTo>
                  <a:cubicBezTo>
                    <a:pt x="-238" y="-529"/>
                    <a:pt x="-238" y="423"/>
                    <a:pt x="714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5" name="任意多边形: 形状 74"/>
            <p:cNvSpPr/>
            <p:nvPr>
              <p:custDataLst>
                <p:tags r:id="rId83"/>
              </p:custDataLst>
            </p:nvPr>
          </p:nvSpPr>
          <p:spPr>
            <a:xfrm>
              <a:off x="2481262" y="396144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84"/>
              </p:custDataLst>
            </p:nvPr>
          </p:nvSpPr>
          <p:spPr>
            <a:xfrm>
              <a:off x="2577465" y="4060507"/>
              <a:ext cx="1904" cy="952"/>
            </a:xfrm>
            <a:custGeom>
              <a:avLst/>
              <a:gdLst>
                <a:gd name="connsiteX0" fmla="*/ 0 w 1904"/>
                <a:gd name="connsiteY0" fmla="*/ 953 h 952"/>
                <a:gd name="connsiteX1" fmla="*/ 1905 w 1904"/>
                <a:gd name="connsiteY1" fmla="*/ 0 h 952"/>
                <a:gd name="connsiteX2" fmla="*/ 0 w 1904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953"/>
                  </a:moveTo>
                  <a:cubicBezTo>
                    <a:pt x="952" y="0"/>
                    <a:pt x="1905" y="0"/>
                    <a:pt x="1905" y="0"/>
                  </a:cubicBezTo>
                  <a:cubicBezTo>
                    <a:pt x="1905" y="0"/>
                    <a:pt x="1905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7" name="任意多边形: 形状 76"/>
            <p:cNvSpPr/>
            <p:nvPr>
              <p:custDataLst>
                <p:tags r:id="rId85"/>
              </p:custDataLst>
            </p:nvPr>
          </p:nvSpPr>
          <p:spPr>
            <a:xfrm>
              <a:off x="2481262" y="4135755"/>
              <a:ext cx="2857" cy="1904"/>
            </a:xfrm>
            <a:custGeom>
              <a:avLst/>
              <a:gdLst>
                <a:gd name="connsiteX0" fmla="*/ 0 w 2857"/>
                <a:gd name="connsiteY0" fmla="*/ 1905 h 1904"/>
                <a:gd name="connsiteX1" fmla="*/ 2858 w 2857"/>
                <a:gd name="connsiteY1" fmla="*/ 0 h 1904"/>
                <a:gd name="connsiteX2" fmla="*/ 0 w 2857"/>
                <a:gd name="connsiteY2" fmla="*/ 1905 h 1904"/>
                <a:gd name="connsiteX3" fmla="*/ 0 w 2857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4">
                  <a:moveTo>
                    <a:pt x="0" y="1905"/>
                  </a:moveTo>
                  <a:lnTo>
                    <a:pt x="2858" y="0"/>
                  </a:lnTo>
                  <a:cubicBezTo>
                    <a:pt x="953" y="952"/>
                    <a:pt x="953" y="952"/>
                    <a:pt x="0" y="1905"/>
                  </a:cubicBezTo>
                  <a:cubicBezTo>
                    <a:pt x="0" y="952"/>
                    <a:pt x="953" y="952"/>
                    <a:pt x="0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8" name="任意多边形: 形状 77"/>
            <p:cNvSpPr/>
            <p:nvPr>
              <p:custDataLst>
                <p:tags r:id="rId86"/>
              </p:custDataLst>
            </p:nvPr>
          </p:nvSpPr>
          <p:spPr>
            <a:xfrm>
              <a:off x="2447925" y="4147870"/>
              <a:ext cx="2409" cy="1219"/>
            </a:xfrm>
            <a:custGeom>
              <a:avLst/>
              <a:gdLst>
                <a:gd name="connsiteX0" fmla="*/ 953 w 2409"/>
                <a:gd name="connsiteY0" fmla="*/ 267 h 1219"/>
                <a:gd name="connsiteX1" fmla="*/ 0 w 2409"/>
                <a:gd name="connsiteY1" fmla="*/ 1219 h 1219"/>
                <a:gd name="connsiteX2" fmla="*/ 0 w 2409"/>
                <a:gd name="connsiteY2" fmla="*/ 1219 h 1219"/>
                <a:gd name="connsiteX3" fmla="*/ 953 w 2409"/>
                <a:gd name="connsiteY3" fmla="*/ 267 h 1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9" h="1219">
                  <a:moveTo>
                    <a:pt x="953" y="267"/>
                  </a:moveTo>
                  <a:cubicBezTo>
                    <a:pt x="953" y="267"/>
                    <a:pt x="0" y="1219"/>
                    <a:pt x="0" y="1219"/>
                  </a:cubicBezTo>
                  <a:lnTo>
                    <a:pt x="0" y="1219"/>
                  </a:lnTo>
                  <a:cubicBezTo>
                    <a:pt x="1905" y="1219"/>
                    <a:pt x="3810" y="-686"/>
                    <a:pt x="953" y="2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79" name="任意多边形: 形状 78"/>
            <p:cNvSpPr/>
            <p:nvPr>
              <p:custDataLst>
                <p:tags r:id="rId87"/>
              </p:custDataLst>
            </p:nvPr>
          </p:nvSpPr>
          <p:spPr>
            <a:xfrm>
              <a:off x="2470784" y="4135501"/>
              <a:ext cx="4762" cy="3364"/>
            </a:xfrm>
            <a:custGeom>
              <a:avLst/>
              <a:gdLst>
                <a:gd name="connsiteX0" fmla="*/ 4763 w 4762"/>
                <a:gd name="connsiteY0" fmla="*/ 253 h 3364"/>
                <a:gd name="connsiteX1" fmla="*/ 0 w 4762"/>
                <a:gd name="connsiteY1" fmla="*/ 3111 h 3364"/>
                <a:gd name="connsiteX2" fmla="*/ 0 w 4762"/>
                <a:gd name="connsiteY2" fmla="*/ 3111 h 3364"/>
                <a:gd name="connsiteX3" fmla="*/ 4763 w 4762"/>
                <a:gd name="connsiteY3" fmla="*/ 253 h 3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2" h="3364">
                  <a:moveTo>
                    <a:pt x="4763" y="253"/>
                  </a:moveTo>
                  <a:cubicBezTo>
                    <a:pt x="3810" y="-699"/>
                    <a:pt x="1905" y="1206"/>
                    <a:pt x="0" y="3111"/>
                  </a:cubicBezTo>
                  <a:lnTo>
                    <a:pt x="0" y="3111"/>
                  </a:lnTo>
                  <a:cubicBezTo>
                    <a:pt x="953" y="4063"/>
                    <a:pt x="2858" y="2158"/>
                    <a:pt x="4763" y="2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0" name="任意多边形: 形状 79"/>
            <p:cNvSpPr/>
            <p:nvPr>
              <p:custDataLst>
                <p:tags r:id="rId88"/>
              </p:custDataLst>
            </p:nvPr>
          </p:nvSpPr>
          <p:spPr>
            <a:xfrm>
              <a:off x="2468879" y="4138612"/>
              <a:ext cx="1904" cy="1347"/>
            </a:xfrm>
            <a:custGeom>
              <a:avLst/>
              <a:gdLst>
                <a:gd name="connsiteX0" fmla="*/ 1905 w 1904"/>
                <a:gd name="connsiteY0" fmla="*/ 0 h 1347"/>
                <a:gd name="connsiteX1" fmla="*/ 0 w 1904"/>
                <a:gd name="connsiteY1" fmla="*/ 953 h 1347"/>
                <a:gd name="connsiteX2" fmla="*/ 1905 w 1904"/>
                <a:gd name="connsiteY2" fmla="*/ 0 h 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1347">
                  <a:moveTo>
                    <a:pt x="1905" y="0"/>
                  </a:moveTo>
                  <a:cubicBezTo>
                    <a:pt x="953" y="953"/>
                    <a:pt x="953" y="953"/>
                    <a:pt x="0" y="953"/>
                  </a:cubicBezTo>
                  <a:cubicBezTo>
                    <a:pt x="0" y="1905"/>
                    <a:pt x="953" y="953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1" name="任意多边形: 形状 80"/>
            <p:cNvSpPr/>
            <p:nvPr>
              <p:custDataLst>
                <p:tags r:id="rId89"/>
              </p:custDataLst>
            </p:nvPr>
          </p:nvSpPr>
          <p:spPr>
            <a:xfrm>
              <a:off x="2499359" y="4122745"/>
              <a:ext cx="3267" cy="3567"/>
            </a:xfrm>
            <a:custGeom>
              <a:avLst/>
              <a:gdLst>
                <a:gd name="connsiteX0" fmla="*/ 953 w 3267"/>
                <a:gd name="connsiteY0" fmla="*/ 1579 h 3567"/>
                <a:gd name="connsiteX1" fmla="*/ 0 w 3267"/>
                <a:gd name="connsiteY1" fmla="*/ 3484 h 3567"/>
                <a:gd name="connsiteX2" fmla="*/ 953 w 3267"/>
                <a:gd name="connsiteY2" fmla="*/ 1579 h 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67" h="3567">
                  <a:moveTo>
                    <a:pt x="953" y="1579"/>
                  </a:moveTo>
                  <a:cubicBezTo>
                    <a:pt x="0" y="1579"/>
                    <a:pt x="953" y="3484"/>
                    <a:pt x="0" y="3484"/>
                  </a:cubicBezTo>
                  <a:cubicBezTo>
                    <a:pt x="0" y="4437"/>
                    <a:pt x="6668" y="-3183"/>
                    <a:pt x="953" y="15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2" name="任意多边形: 形状 81"/>
            <p:cNvSpPr/>
            <p:nvPr>
              <p:custDataLst>
                <p:tags r:id="rId90"/>
              </p:custDataLst>
            </p:nvPr>
          </p:nvSpPr>
          <p:spPr>
            <a:xfrm>
              <a:off x="2471737" y="4132897"/>
              <a:ext cx="2857" cy="1905"/>
            </a:xfrm>
            <a:custGeom>
              <a:avLst/>
              <a:gdLst>
                <a:gd name="connsiteX0" fmla="*/ 0 w 2857"/>
                <a:gd name="connsiteY0" fmla="*/ 953 h 1905"/>
                <a:gd name="connsiteX1" fmla="*/ 1905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0" y="953"/>
                  </a:moveTo>
                  <a:lnTo>
                    <a:pt x="1905" y="1905"/>
                  </a:lnTo>
                  <a:lnTo>
                    <a:pt x="285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3" name="任意多边形: 形状 82"/>
            <p:cNvSpPr/>
            <p:nvPr>
              <p:custDataLst>
                <p:tags r:id="rId91"/>
              </p:custDataLst>
            </p:nvPr>
          </p:nvSpPr>
          <p:spPr>
            <a:xfrm>
              <a:off x="2485072" y="4123372"/>
              <a:ext cx="4949" cy="2857"/>
            </a:xfrm>
            <a:custGeom>
              <a:avLst/>
              <a:gdLst>
                <a:gd name="connsiteX0" fmla="*/ 4763 w 4949"/>
                <a:gd name="connsiteY0" fmla="*/ 0 h 2857"/>
                <a:gd name="connsiteX1" fmla="*/ 953 w 4949"/>
                <a:gd name="connsiteY1" fmla="*/ 1905 h 2857"/>
                <a:gd name="connsiteX2" fmla="*/ 0 w 4949"/>
                <a:gd name="connsiteY2" fmla="*/ 2858 h 2857"/>
                <a:gd name="connsiteX3" fmla="*/ 4763 w 4949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9" h="2857">
                  <a:moveTo>
                    <a:pt x="4763" y="0"/>
                  </a:moveTo>
                  <a:lnTo>
                    <a:pt x="953" y="1905"/>
                  </a:lnTo>
                  <a:cubicBezTo>
                    <a:pt x="953" y="1905"/>
                    <a:pt x="953" y="2858"/>
                    <a:pt x="0" y="2858"/>
                  </a:cubicBezTo>
                  <a:cubicBezTo>
                    <a:pt x="2858" y="1905"/>
                    <a:pt x="5715" y="953"/>
                    <a:pt x="476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4" name="任意多边形: 形状 83"/>
            <p:cNvSpPr/>
            <p:nvPr>
              <p:custDataLst>
                <p:tags r:id="rId92"/>
              </p:custDataLst>
            </p:nvPr>
          </p:nvSpPr>
          <p:spPr>
            <a:xfrm>
              <a:off x="2483167" y="4127182"/>
              <a:ext cx="2857" cy="1905"/>
            </a:xfrm>
            <a:custGeom>
              <a:avLst/>
              <a:gdLst>
                <a:gd name="connsiteX0" fmla="*/ 2858 w 2857"/>
                <a:gd name="connsiteY0" fmla="*/ 0 h 1905"/>
                <a:gd name="connsiteX1" fmla="*/ 0 w 2857"/>
                <a:gd name="connsiteY1" fmla="*/ 1905 h 1905"/>
                <a:gd name="connsiteX2" fmla="*/ 2858 w 2857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5">
                  <a:moveTo>
                    <a:pt x="2858" y="0"/>
                  </a:moveTo>
                  <a:cubicBezTo>
                    <a:pt x="1905" y="953"/>
                    <a:pt x="953" y="953"/>
                    <a:pt x="0" y="1905"/>
                  </a:cubicBezTo>
                  <a:cubicBezTo>
                    <a:pt x="953" y="953"/>
                    <a:pt x="1905" y="0"/>
                    <a:pt x="285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5" name="任意多边形: 形状 84"/>
            <p:cNvSpPr/>
            <p:nvPr>
              <p:custDataLst>
                <p:tags r:id="rId93"/>
              </p:custDataLst>
            </p:nvPr>
          </p:nvSpPr>
          <p:spPr>
            <a:xfrm>
              <a:off x="2476500" y="4129087"/>
              <a:ext cx="3809" cy="1905"/>
            </a:xfrm>
            <a:custGeom>
              <a:avLst/>
              <a:gdLst>
                <a:gd name="connsiteX0" fmla="*/ 0 w 3809"/>
                <a:gd name="connsiteY0" fmla="*/ 1905 h 1905"/>
                <a:gd name="connsiteX1" fmla="*/ 1905 w 3809"/>
                <a:gd name="connsiteY1" fmla="*/ 953 h 1905"/>
                <a:gd name="connsiteX2" fmla="*/ 3810 w 3809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1905">
                  <a:moveTo>
                    <a:pt x="0" y="1905"/>
                  </a:moveTo>
                  <a:lnTo>
                    <a:pt x="1905" y="953"/>
                  </a:lnTo>
                  <a:lnTo>
                    <a:pt x="381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6" name="任意多边形: 形状 85"/>
            <p:cNvSpPr/>
            <p:nvPr>
              <p:custDataLst>
                <p:tags r:id="rId94"/>
              </p:custDataLst>
            </p:nvPr>
          </p:nvSpPr>
          <p:spPr>
            <a:xfrm>
              <a:off x="2528492" y="4096307"/>
              <a:ext cx="4204" cy="3252"/>
            </a:xfrm>
            <a:custGeom>
              <a:avLst/>
              <a:gdLst>
                <a:gd name="connsiteX0" fmla="*/ 395 w 4204"/>
                <a:gd name="connsiteY0" fmla="*/ 3252 h 3252"/>
                <a:gd name="connsiteX1" fmla="*/ 4205 w 4204"/>
                <a:gd name="connsiteY1" fmla="*/ 395 h 3252"/>
                <a:gd name="connsiteX2" fmla="*/ 1347 w 4204"/>
                <a:gd name="connsiteY2" fmla="*/ 1347 h 3252"/>
                <a:gd name="connsiteX3" fmla="*/ 395 w 4204"/>
                <a:gd name="connsiteY3" fmla="*/ 3252 h 3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04" h="3252">
                  <a:moveTo>
                    <a:pt x="395" y="3252"/>
                  </a:moveTo>
                  <a:lnTo>
                    <a:pt x="4205" y="395"/>
                  </a:lnTo>
                  <a:cubicBezTo>
                    <a:pt x="4205" y="-558"/>
                    <a:pt x="3252" y="395"/>
                    <a:pt x="1347" y="1347"/>
                  </a:cubicBezTo>
                  <a:cubicBezTo>
                    <a:pt x="395" y="2300"/>
                    <a:pt x="-558" y="3252"/>
                    <a:pt x="395" y="32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7" name="任意多边形: 形状 86"/>
            <p:cNvSpPr/>
            <p:nvPr>
              <p:custDataLst>
                <p:tags r:id="rId95"/>
              </p:custDataLst>
            </p:nvPr>
          </p:nvSpPr>
          <p:spPr>
            <a:xfrm>
              <a:off x="2514600" y="4102417"/>
              <a:ext cx="1904" cy="1904"/>
            </a:xfrm>
            <a:custGeom>
              <a:avLst/>
              <a:gdLst>
                <a:gd name="connsiteX0" fmla="*/ 0 w 1904"/>
                <a:gd name="connsiteY0" fmla="*/ 1905 h 1904"/>
                <a:gd name="connsiteX1" fmla="*/ 1905 w 1904"/>
                <a:gd name="connsiteY1" fmla="*/ 1905 h 1904"/>
                <a:gd name="connsiteX2" fmla="*/ 953 w 1904"/>
                <a:gd name="connsiteY2" fmla="*/ 0 h 1904"/>
                <a:gd name="connsiteX3" fmla="*/ 0 w 1904"/>
                <a:gd name="connsiteY3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4">
                  <a:moveTo>
                    <a:pt x="0" y="1905"/>
                  </a:moveTo>
                  <a:cubicBezTo>
                    <a:pt x="953" y="1905"/>
                    <a:pt x="1905" y="1905"/>
                    <a:pt x="1905" y="1905"/>
                  </a:cubicBezTo>
                  <a:lnTo>
                    <a:pt x="953" y="0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8" name="任意多边形: 形状 87"/>
            <p:cNvSpPr/>
            <p:nvPr>
              <p:custDataLst>
                <p:tags r:id="rId96"/>
              </p:custDataLst>
            </p:nvPr>
          </p:nvSpPr>
          <p:spPr>
            <a:xfrm>
              <a:off x="2524336" y="4093753"/>
              <a:ext cx="3809" cy="3590"/>
            </a:xfrm>
            <a:custGeom>
              <a:avLst/>
              <a:gdLst>
                <a:gd name="connsiteX0" fmla="*/ 1693 w 3809"/>
                <a:gd name="connsiteY0" fmla="*/ 2949 h 3590"/>
                <a:gd name="connsiteX1" fmla="*/ 1693 w 3809"/>
                <a:gd name="connsiteY1" fmla="*/ 1044 h 3590"/>
                <a:gd name="connsiteX2" fmla="*/ 1693 w 3809"/>
                <a:gd name="connsiteY2" fmla="*/ 2949 h 3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3590">
                  <a:moveTo>
                    <a:pt x="1693" y="2949"/>
                  </a:moveTo>
                  <a:cubicBezTo>
                    <a:pt x="1693" y="1997"/>
                    <a:pt x="6456" y="-1813"/>
                    <a:pt x="1693" y="1044"/>
                  </a:cubicBezTo>
                  <a:cubicBezTo>
                    <a:pt x="1693" y="1997"/>
                    <a:pt x="-2117" y="4854"/>
                    <a:pt x="1693" y="29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89" name="任意多边形: 形状 88"/>
            <p:cNvSpPr/>
            <p:nvPr>
              <p:custDataLst>
                <p:tags r:id="rId97"/>
              </p:custDataLst>
            </p:nvPr>
          </p:nvSpPr>
          <p:spPr>
            <a:xfrm>
              <a:off x="2585084" y="4061459"/>
              <a:ext cx="1905" cy="2857"/>
            </a:xfrm>
            <a:custGeom>
              <a:avLst/>
              <a:gdLst>
                <a:gd name="connsiteX0" fmla="*/ 953 w 1905"/>
                <a:gd name="connsiteY0" fmla="*/ 0 h 2857"/>
                <a:gd name="connsiteX1" fmla="*/ 0 w 1905"/>
                <a:gd name="connsiteY1" fmla="*/ 953 h 2857"/>
                <a:gd name="connsiteX2" fmla="*/ 1905 w 1905"/>
                <a:gd name="connsiteY2" fmla="*/ 2858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2857">
                  <a:moveTo>
                    <a:pt x="953" y="0"/>
                  </a:moveTo>
                  <a:lnTo>
                    <a:pt x="0" y="953"/>
                  </a:lnTo>
                  <a:lnTo>
                    <a:pt x="1905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0" name="任意多边形: 形状 89"/>
            <p:cNvSpPr/>
            <p:nvPr>
              <p:custDataLst>
                <p:tags r:id="rId98"/>
              </p:custDataLst>
            </p:nvPr>
          </p:nvSpPr>
          <p:spPr>
            <a:xfrm>
              <a:off x="2629725" y="4023359"/>
              <a:ext cx="5678" cy="4010"/>
            </a:xfrm>
            <a:custGeom>
              <a:avLst/>
              <a:gdLst>
                <a:gd name="connsiteX0" fmla="*/ 4889 w 5678"/>
                <a:gd name="connsiteY0" fmla="*/ 0 h 4010"/>
                <a:gd name="connsiteX1" fmla="*/ 127 w 5678"/>
                <a:gd name="connsiteY1" fmla="*/ 3810 h 4010"/>
                <a:gd name="connsiteX2" fmla="*/ 2984 w 5678"/>
                <a:gd name="connsiteY2" fmla="*/ 3810 h 4010"/>
                <a:gd name="connsiteX3" fmla="*/ 4889 w 5678"/>
                <a:gd name="connsiteY3" fmla="*/ 0 h 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" h="4010">
                  <a:moveTo>
                    <a:pt x="4889" y="0"/>
                  </a:moveTo>
                  <a:cubicBezTo>
                    <a:pt x="127" y="1905"/>
                    <a:pt x="4889" y="1905"/>
                    <a:pt x="127" y="3810"/>
                  </a:cubicBezTo>
                  <a:cubicBezTo>
                    <a:pt x="-826" y="4763"/>
                    <a:pt x="3937" y="1905"/>
                    <a:pt x="2984" y="3810"/>
                  </a:cubicBezTo>
                  <a:cubicBezTo>
                    <a:pt x="4889" y="953"/>
                    <a:pt x="6794" y="953"/>
                    <a:pt x="488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1" name="任意多边形: 形状 90"/>
            <p:cNvSpPr/>
            <p:nvPr>
              <p:custDataLst>
                <p:tags r:id="rId99"/>
              </p:custDataLst>
            </p:nvPr>
          </p:nvSpPr>
          <p:spPr>
            <a:xfrm>
              <a:off x="2631757" y="4027170"/>
              <a:ext cx="952" cy="952"/>
            </a:xfrm>
            <a:custGeom>
              <a:avLst/>
              <a:gdLst>
                <a:gd name="connsiteX0" fmla="*/ 952 w 952"/>
                <a:gd name="connsiteY0" fmla="*/ 0 h 952"/>
                <a:gd name="connsiteX1" fmla="*/ 0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952" y="0"/>
                  </a:moveTo>
                  <a:cubicBezTo>
                    <a:pt x="952" y="0"/>
                    <a:pt x="0" y="952"/>
                    <a:pt x="0" y="952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2" name="任意多边形: 形状 91"/>
            <p:cNvSpPr/>
            <p:nvPr>
              <p:custDataLst>
                <p:tags r:id="rId100"/>
              </p:custDataLst>
            </p:nvPr>
          </p:nvSpPr>
          <p:spPr>
            <a:xfrm>
              <a:off x="2326004" y="4211955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2857 h 2857"/>
                <a:gd name="connsiteX2" fmla="*/ 1905 w 1904"/>
                <a:gd name="connsiteY2" fmla="*/ 952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2857"/>
                  </a:lnTo>
                  <a:lnTo>
                    <a:pt x="1905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3" name="任意多边形: 形状 92"/>
            <p:cNvSpPr/>
            <p:nvPr>
              <p:custDataLst>
                <p:tags r:id="rId101"/>
              </p:custDataLst>
            </p:nvPr>
          </p:nvSpPr>
          <p:spPr>
            <a:xfrm>
              <a:off x="2326004" y="4218622"/>
              <a:ext cx="1904" cy="2857"/>
            </a:xfrm>
            <a:custGeom>
              <a:avLst/>
              <a:gdLst>
                <a:gd name="connsiteX0" fmla="*/ 1905 w 1904"/>
                <a:gd name="connsiteY0" fmla="*/ 0 h 2857"/>
                <a:gd name="connsiteX1" fmla="*/ 0 w 1904"/>
                <a:gd name="connsiteY1" fmla="*/ 0 h 2857"/>
                <a:gd name="connsiteX2" fmla="*/ 953 w 1904"/>
                <a:gd name="connsiteY2" fmla="*/ 2857 h 2857"/>
                <a:gd name="connsiteX3" fmla="*/ 1905 w 1904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857">
                  <a:moveTo>
                    <a:pt x="1905" y="0"/>
                  </a:moveTo>
                  <a:lnTo>
                    <a:pt x="0" y="0"/>
                  </a:lnTo>
                  <a:lnTo>
                    <a:pt x="953" y="2857"/>
                  </a:lnTo>
                  <a:cubicBezTo>
                    <a:pt x="953" y="1905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4" name="任意多边形: 形状 93"/>
            <p:cNvSpPr/>
            <p:nvPr>
              <p:custDataLst>
                <p:tags r:id="rId102"/>
              </p:custDataLst>
            </p:nvPr>
          </p:nvSpPr>
          <p:spPr>
            <a:xfrm>
              <a:off x="2593657" y="3974782"/>
              <a:ext cx="2857" cy="952"/>
            </a:xfrm>
            <a:custGeom>
              <a:avLst/>
              <a:gdLst>
                <a:gd name="connsiteX0" fmla="*/ 2858 w 2857"/>
                <a:gd name="connsiteY0" fmla="*/ 952 h 952"/>
                <a:gd name="connsiteX1" fmla="*/ 2858 w 2857"/>
                <a:gd name="connsiteY1" fmla="*/ 952 h 952"/>
                <a:gd name="connsiteX2" fmla="*/ 0 w 2857"/>
                <a:gd name="connsiteY2" fmla="*/ 0 h 952"/>
                <a:gd name="connsiteX3" fmla="*/ 2858 w 2857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">
                  <a:moveTo>
                    <a:pt x="2858" y="952"/>
                  </a:moveTo>
                  <a:lnTo>
                    <a:pt x="2858" y="952"/>
                  </a:lnTo>
                  <a:cubicBezTo>
                    <a:pt x="2858" y="0"/>
                    <a:pt x="1905" y="0"/>
                    <a:pt x="0" y="0"/>
                  </a:cubicBezTo>
                  <a:lnTo>
                    <a:pt x="2858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5" name="任意多边形: 形状 94"/>
            <p:cNvSpPr/>
            <p:nvPr>
              <p:custDataLst>
                <p:tags r:id="rId103"/>
              </p:custDataLst>
            </p:nvPr>
          </p:nvSpPr>
          <p:spPr>
            <a:xfrm>
              <a:off x="2548890" y="3968115"/>
              <a:ext cx="1904" cy="952"/>
            </a:xfrm>
            <a:custGeom>
              <a:avLst/>
              <a:gdLst>
                <a:gd name="connsiteX0" fmla="*/ 952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6" name="任意多边形: 形状 95"/>
            <p:cNvSpPr/>
            <p:nvPr>
              <p:custDataLst>
                <p:tags r:id="rId104"/>
              </p:custDataLst>
            </p:nvPr>
          </p:nvSpPr>
          <p:spPr>
            <a:xfrm>
              <a:off x="2509837" y="3966315"/>
              <a:ext cx="4762" cy="846"/>
            </a:xfrm>
            <a:custGeom>
              <a:avLst/>
              <a:gdLst>
                <a:gd name="connsiteX0" fmla="*/ 0 w 4762"/>
                <a:gd name="connsiteY0" fmla="*/ 847 h 846"/>
                <a:gd name="connsiteX1" fmla="*/ 4763 w 4762"/>
                <a:gd name="connsiteY1" fmla="*/ 847 h 846"/>
                <a:gd name="connsiteX2" fmla="*/ 0 w 4762"/>
                <a:gd name="connsiteY2" fmla="*/ 847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62" h="846">
                  <a:moveTo>
                    <a:pt x="0" y="847"/>
                  </a:moveTo>
                  <a:cubicBezTo>
                    <a:pt x="1905" y="847"/>
                    <a:pt x="3810" y="847"/>
                    <a:pt x="4763" y="847"/>
                  </a:cubicBezTo>
                  <a:cubicBezTo>
                    <a:pt x="1905" y="847"/>
                    <a:pt x="0" y="-1058"/>
                    <a:pt x="0" y="8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97" name="图形 29"/>
          <p:cNvGrpSpPr/>
          <p:nvPr userDrawn="1">
            <p:custDataLst>
              <p:tags r:id="rId105"/>
            </p:custDataLst>
          </p:nvPr>
        </p:nvGrpSpPr>
        <p:grpSpPr>
          <a:xfrm>
            <a:off x="1651472" y="3440195"/>
            <a:ext cx="232409" cy="104775"/>
            <a:chOff x="1383982" y="4240530"/>
            <a:chExt cx="232409" cy="104775"/>
          </a:xfrm>
          <a:solidFill>
            <a:schemeClr val="accent2"/>
          </a:solidFill>
        </p:grpSpPr>
        <p:sp>
          <p:nvSpPr>
            <p:cNvPr id="98" name="任意多边形: 形状 97"/>
            <p:cNvSpPr/>
            <p:nvPr>
              <p:custDataLst>
                <p:tags r:id="rId106"/>
              </p:custDataLst>
            </p:nvPr>
          </p:nvSpPr>
          <p:spPr>
            <a:xfrm>
              <a:off x="1615045" y="4333600"/>
              <a:ext cx="1347" cy="698"/>
            </a:xfrm>
            <a:custGeom>
              <a:avLst/>
              <a:gdLst>
                <a:gd name="connsiteX0" fmla="*/ 395 w 1347"/>
                <a:gd name="connsiteY0" fmla="*/ 275 h 698"/>
                <a:gd name="connsiteX1" fmla="*/ 1347 w 1347"/>
                <a:gd name="connsiteY1" fmla="*/ 275 h 698"/>
                <a:gd name="connsiteX2" fmla="*/ 395 w 1347"/>
                <a:gd name="connsiteY2" fmla="*/ 275 h 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7" h="698">
                  <a:moveTo>
                    <a:pt x="395" y="275"/>
                  </a:moveTo>
                  <a:cubicBezTo>
                    <a:pt x="395" y="1227"/>
                    <a:pt x="1347" y="275"/>
                    <a:pt x="1347" y="275"/>
                  </a:cubicBezTo>
                  <a:cubicBezTo>
                    <a:pt x="395" y="-678"/>
                    <a:pt x="-558" y="1227"/>
                    <a:pt x="395" y="2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99" name="任意多边形: 形状 98"/>
            <p:cNvSpPr/>
            <p:nvPr>
              <p:custDataLst>
                <p:tags r:id="rId107"/>
              </p:custDataLst>
            </p:nvPr>
          </p:nvSpPr>
          <p:spPr>
            <a:xfrm>
              <a:off x="1604010" y="4326255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0" name="任意多边形: 形状 99"/>
            <p:cNvSpPr/>
            <p:nvPr>
              <p:custDataLst>
                <p:tags r:id="rId108"/>
              </p:custDataLst>
            </p:nvPr>
          </p:nvSpPr>
          <p:spPr>
            <a:xfrm>
              <a:off x="1599095" y="4318635"/>
              <a:ext cx="5866" cy="5714"/>
            </a:xfrm>
            <a:custGeom>
              <a:avLst/>
              <a:gdLst>
                <a:gd name="connsiteX0" fmla="*/ 152 w 5866"/>
                <a:gd name="connsiteY0" fmla="*/ 0 h 5714"/>
                <a:gd name="connsiteX1" fmla="*/ 3962 w 5866"/>
                <a:gd name="connsiteY1" fmla="*/ 4763 h 5714"/>
                <a:gd name="connsiteX2" fmla="*/ 3962 w 5866"/>
                <a:gd name="connsiteY2" fmla="*/ 5715 h 5714"/>
                <a:gd name="connsiteX3" fmla="*/ 5867 w 5866"/>
                <a:gd name="connsiteY3" fmla="*/ 5715 h 5714"/>
                <a:gd name="connsiteX4" fmla="*/ 152 w 5866"/>
                <a:gd name="connsiteY4" fmla="*/ 0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6" h="5714">
                  <a:moveTo>
                    <a:pt x="152" y="0"/>
                  </a:moveTo>
                  <a:cubicBezTo>
                    <a:pt x="-801" y="1905"/>
                    <a:pt x="3009" y="2857"/>
                    <a:pt x="3962" y="4763"/>
                  </a:cubicBezTo>
                  <a:lnTo>
                    <a:pt x="3962" y="5715"/>
                  </a:lnTo>
                  <a:lnTo>
                    <a:pt x="5867" y="5715"/>
                  </a:lnTo>
                  <a:cubicBezTo>
                    <a:pt x="3009" y="3810"/>
                    <a:pt x="152" y="1905"/>
                    <a:pt x="1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1" name="任意多边形: 形状 100"/>
            <p:cNvSpPr/>
            <p:nvPr>
              <p:custDataLst>
                <p:tags r:id="rId109"/>
              </p:custDataLst>
            </p:nvPr>
          </p:nvSpPr>
          <p:spPr>
            <a:xfrm>
              <a:off x="1598056" y="4311967"/>
              <a:ext cx="1190" cy="952"/>
            </a:xfrm>
            <a:custGeom>
              <a:avLst/>
              <a:gdLst>
                <a:gd name="connsiteX0" fmla="*/ 238 w 1190"/>
                <a:gd name="connsiteY0" fmla="*/ 0 h 952"/>
                <a:gd name="connsiteX1" fmla="*/ 1191 w 1190"/>
                <a:gd name="connsiteY1" fmla="*/ 952 h 952"/>
                <a:gd name="connsiteX2" fmla="*/ 238 w 1190"/>
                <a:gd name="connsiteY2" fmla="*/ 0 h 952"/>
                <a:gd name="connsiteX3" fmla="*/ 238 w 1190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0" h="952">
                  <a:moveTo>
                    <a:pt x="238" y="0"/>
                  </a:moveTo>
                  <a:cubicBezTo>
                    <a:pt x="238" y="952"/>
                    <a:pt x="-714" y="-953"/>
                    <a:pt x="1191" y="952"/>
                  </a:cubicBezTo>
                  <a:cubicBezTo>
                    <a:pt x="1191" y="952"/>
                    <a:pt x="1191" y="952"/>
                    <a:pt x="238" y="0"/>
                  </a:cubicBezTo>
                  <a:cubicBezTo>
                    <a:pt x="1191" y="0"/>
                    <a:pt x="1191" y="0"/>
                    <a:pt x="23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2" name="任意多边形: 形状 101"/>
            <p:cNvSpPr/>
            <p:nvPr>
              <p:custDataLst>
                <p:tags r:id="rId110"/>
              </p:custDataLst>
            </p:nvPr>
          </p:nvSpPr>
          <p:spPr>
            <a:xfrm>
              <a:off x="1599247" y="4312645"/>
              <a:ext cx="423" cy="549"/>
            </a:xfrm>
            <a:custGeom>
              <a:avLst/>
              <a:gdLst>
                <a:gd name="connsiteX0" fmla="*/ 0 w 423"/>
                <a:gd name="connsiteY0" fmla="*/ 275 h 549"/>
                <a:gd name="connsiteX1" fmla="*/ 0 w 423"/>
                <a:gd name="connsiteY1" fmla="*/ 275 h 549"/>
                <a:gd name="connsiteX2" fmla="*/ 0 w 423"/>
                <a:gd name="connsiteY2" fmla="*/ 275 h 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549">
                  <a:moveTo>
                    <a:pt x="0" y="275"/>
                  </a:moveTo>
                  <a:cubicBezTo>
                    <a:pt x="952" y="1227"/>
                    <a:pt x="0" y="-678"/>
                    <a:pt x="0" y="275"/>
                  </a:cubicBezTo>
                  <a:lnTo>
                    <a:pt x="0" y="2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3" name="任意多边形: 形状 102"/>
            <p:cNvSpPr/>
            <p:nvPr>
              <p:custDataLst>
                <p:tags r:id="rId111"/>
              </p:custDataLst>
            </p:nvPr>
          </p:nvSpPr>
          <p:spPr>
            <a:xfrm>
              <a:off x="1595437" y="4307762"/>
              <a:ext cx="1904" cy="2299"/>
            </a:xfrm>
            <a:custGeom>
              <a:avLst/>
              <a:gdLst>
                <a:gd name="connsiteX0" fmla="*/ 0 w 1904"/>
                <a:gd name="connsiteY0" fmla="*/ 1347 h 2299"/>
                <a:gd name="connsiteX1" fmla="*/ 1905 w 1904"/>
                <a:gd name="connsiteY1" fmla="*/ 2300 h 2299"/>
                <a:gd name="connsiteX2" fmla="*/ 1905 w 1904"/>
                <a:gd name="connsiteY2" fmla="*/ 395 h 2299"/>
                <a:gd name="connsiteX3" fmla="*/ 0 w 1904"/>
                <a:gd name="connsiteY3" fmla="*/ 1347 h 2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2299">
                  <a:moveTo>
                    <a:pt x="0" y="1347"/>
                  </a:moveTo>
                  <a:lnTo>
                    <a:pt x="1905" y="2300"/>
                  </a:lnTo>
                  <a:cubicBezTo>
                    <a:pt x="1905" y="1347"/>
                    <a:pt x="952" y="395"/>
                    <a:pt x="1905" y="395"/>
                  </a:cubicBezTo>
                  <a:cubicBezTo>
                    <a:pt x="0" y="-558"/>
                    <a:pt x="0" y="395"/>
                    <a:pt x="0" y="134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4" name="任意多边形: 形状 103"/>
            <p:cNvSpPr/>
            <p:nvPr>
              <p:custDataLst>
                <p:tags r:id="rId112"/>
              </p:custDataLst>
            </p:nvPr>
          </p:nvSpPr>
          <p:spPr>
            <a:xfrm>
              <a:off x="1593532" y="4308157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lnTo>
                    <a:pt x="0" y="0"/>
                  </a:lnTo>
                  <a:cubicBezTo>
                    <a:pt x="952" y="953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5" name="任意多边形: 形状 104"/>
            <p:cNvSpPr/>
            <p:nvPr>
              <p:custDataLst>
                <p:tags r:id="rId113"/>
              </p:custDataLst>
            </p:nvPr>
          </p:nvSpPr>
          <p:spPr>
            <a:xfrm>
              <a:off x="1593532" y="4309110"/>
              <a:ext cx="1904" cy="952"/>
            </a:xfrm>
            <a:custGeom>
              <a:avLst/>
              <a:gdLst>
                <a:gd name="connsiteX0" fmla="*/ 1905 w 1904"/>
                <a:gd name="connsiteY0" fmla="*/ 952 h 952"/>
                <a:gd name="connsiteX1" fmla="*/ 0 w 1904"/>
                <a:gd name="connsiteY1" fmla="*/ 0 h 952"/>
                <a:gd name="connsiteX2" fmla="*/ 1905 w 1904"/>
                <a:gd name="connsiteY2" fmla="*/ 952 h 952"/>
                <a:gd name="connsiteX3" fmla="*/ 1905 w 1904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952">
                  <a:moveTo>
                    <a:pt x="1905" y="952"/>
                  </a:moveTo>
                  <a:lnTo>
                    <a:pt x="0" y="0"/>
                  </a:lnTo>
                  <a:cubicBezTo>
                    <a:pt x="952" y="0"/>
                    <a:pt x="0" y="952"/>
                    <a:pt x="1905" y="952"/>
                  </a:cubicBezTo>
                  <a:cubicBezTo>
                    <a:pt x="952" y="952"/>
                    <a:pt x="1905" y="952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6" name="任意多边形: 形状 105"/>
            <p:cNvSpPr/>
            <p:nvPr>
              <p:custDataLst>
                <p:tags r:id="rId114"/>
              </p:custDataLst>
            </p:nvPr>
          </p:nvSpPr>
          <p:spPr>
            <a:xfrm>
              <a:off x="1595437" y="4311014"/>
              <a:ext cx="1990" cy="1990"/>
            </a:xfrm>
            <a:custGeom>
              <a:avLst/>
              <a:gdLst>
                <a:gd name="connsiteX0" fmla="*/ 952 w 1990"/>
                <a:gd name="connsiteY0" fmla="*/ 0 h 1990"/>
                <a:gd name="connsiteX1" fmla="*/ 0 w 1990"/>
                <a:gd name="connsiteY1" fmla="*/ 953 h 1990"/>
                <a:gd name="connsiteX2" fmla="*/ 952 w 1990"/>
                <a:gd name="connsiteY2" fmla="*/ 0 h 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0" h="1990">
                  <a:moveTo>
                    <a:pt x="952" y="0"/>
                  </a:moveTo>
                  <a:cubicBezTo>
                    <a:pt x="952" y="953"/>
                    <a:pt x="1905" y="1905"/>
                    <a:pt x="0" y="953"/>
                  </a:cubicBezTo>
                  <a:cubicBezTo>
                    <a:pt x="1905" y="2858"/>
                    <a:pt x="2858" y="1905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7" name="任意多边形: 形状 106"/>
            <p:cNvSpPr/>
            <p:nvPr>
              <p:custDataLst>
                <p:tags r:id="rId115"/>
              </p:custDataLst>
            </p:nvPr>
          </p:nvSpPr>
          <p:spPr>
            <a:xfrm>
              <a:off x="1597342" y="431958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0 w 952"/>
                <a:gd name="connsiteY1" fmla="*/ 952 h 952"/>
                <a:gd name="connsiteX2" fmla="*/ 953 w 952"/>
                <a:gd name="connsiteY2" fmla="*/ 952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0" y="952"/>
                  </a:lnTo>
                  <a:lnTo>
                    <a:pt x="953" y="952"/>
                  </a:lnTo>
                  <a:cubicBezTo>
                    <a:pt x="953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8" name="任意多边形: 形状 107"/>
            <p:cNvSpPr/>
            <p:nvPr>
              <p:custDataLst>
                <p:tags r:id="rId116"/>
              </p:custDataLst>
            </p:nvPr>
          </p:nvSpPr>
          <p:spPr>
            <a:xfrm>
              <a:off x="1589722" y="4301489"/>
              <a:ext cx="952" cy="2857"/>
            </a:xfrm>
            <a:custGeom>
              <a:avLst/>
              <a:gdLst>
                <a:gd name="connsiteX0" fmla="*/ 952 w 952"/>
                <a:gd name="connsiteY0" fmla="*/ 0 h 2857"/>
                <a:gd name="connsiteX1" fmla="*/ 0 w 952"/>
                <a:gd name="connsiteY1" fmla="*/ 1905 h 2857"/>
                <a:gd name="connsiteX2" fmla="*/ 952 w 952"/>
                <a:gd name="connsiteY2" fmla="*/ 2858 h 2857"/>
                <a:gd name="connsiteX3" fmla="*/ 952 w 952"/>
                <a:gd name="connsiteY3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2857">
                  <a:moveTo>
                    <a:pt x="952" y="0"/>
                  </a:moveTo>
                  <a:cubicBezTo>
                    <a:pt x="952" y="0"/>
                    <a:pt x="0" y="953"/>
                    <a:pt x="0" y="1905"/>
                  </a:cubicBezTo>
                  <a:lnTo>
                    <a:pt x="952" y="2858"/>
                  </a:lnTo>
                  <a:cubicBezTo>
                    <a:pt x="952" y="953"/>
                    <a:pt x="0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9" name="任意多边形: 形状 108"/>
            <p:cNvSpPr/>
            <p:nvPr>
              <p:custDataLst>
                <p:tags r:id="rId117"/>
              </p:custDataLst>
            </p:nvPr>
          </p:nvSpPr>
          <p:spPr>
            <a:xfrm>
              <a:off x="1587817" y="4301489"/>
              <a:ext cx="1905" cy="952"/>
            </a:xfrm>
            <a:custGeom>
              <a:avLst/>
              <a:gdLst>
                <a:gd name="connsiteX0" fmla="*/ 1905 w 1905"/>
                <a:gd name="connsiteY0" fmla="*/ 953 h 952"/>
                <a:gd name="connsiteX1" fmla="*/ 0 w 1905"/>
                <a:gd name="connsiteY1" fmla="*/ 0 h 952"/>
                <a:gd name="connsiteX2" fmla="*/ 1905 w 1905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">
                  <a:moveTo>
                    <a:pt x="1905" y="953"/>
                  </a:moveTo>
                  <a:lnTo>
                    <a:pt x="0" y="0"/>
                  </a:lnTo>
                  <a:cubicBezTo>
                    <a:pt x="953" y="953"/>
                    <a:pt x="1905" y="953"/>
                    <a:pt x="1905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0" name="任意多边形: 形状 109"/>
            <p:cNvSpPr/>
            <p:nvPr>
              <p:custDataLst>
                <p:tags r:id="rId118"/>
              </p:custDataLst>
            </p:nvPr>
          </p:nvSpPr>
          <p:spPr>
            <a:xfrm>
              <a:off x="1591627" y="4309110"/>
              <a:ext cx="2857" cy="1904"/>
            </a:xfrm>
            <a:custGeom>
              <a:avLst/>
              <a:gdLst>
                <a:gd name="connsiteX0" fmla="*/ 0 w 2857"/>
                <a:gd name="connsiteY0" fmla="*/ 952 h 1904"/>
                <a:gd name="connsiteX1" fmla="*/ 2858 w 2857"/>
                <a:gd name="connsiteY1" fmla="*/ 1905 h 1904"/>
                <a:gd name="connsiteX2" fmla="*/ 0 w 2857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904">
                  <a:moveTo>
                    <a:pt x="0" y="952"/>
                  </a:moveTo>
                  <a:lnTo>
                    <a:pt x="2858" y="19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1" name="任意多边形: 形状 110"/>
            <p:cNvSpPr/>
            <p:nvPr>
              <p:custDataLst>
                <p:tags r:id="rId119"/>
              </p:custDataLst>
            </p:nvPr>
          </p:nvSpPr>
          <p:spPr>
            <a:xfrm>
              <a:off x="1585912" y="4295775"/>
              <a:ext cx="1904" cy="952"/>
            </a:xfrm>
            <a:custGeom>
              <a:avLst/>
              <a:gdLst>
                <a:gd name="connsiteX0" fmla="*/ 952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952" y="0"/>
                  </a:moveTo>
                  <a:lnTo>
                    <a:pt x="1905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2" name="任意多边形: 形状 111"/>
            <p:cNvSpPr/>
            <p:nvPr>
              <p:custDataLst>
                <p:tags r:id="rId120"/>
              </p:custDataLst>
            </p:nvPr>
          </p:nvSpPr>
          <p:spPr>
            <a:xfrm>
              <a:off x="1582102" y="4291012"/>
              <a:ext cx="2857" cy="1905"/>
            </a:xfrm>
            <a:custGeom>
              <a:avLst/>
              <a:gdLst>
                <a:gd name="connsiteX0" fmla="*/ 1905 w 2857"/>
                <a:gd name="connsiteY0" fmla="*/ 1905 h 1905"/>
                <a:gd name="connsiteX1" fmla="*/ 2858 w 2857"/>
                <a:gd name="connsiteY1" fmla="*/ 952 h 1905"/>
                <a:gd name="connsiteX2" fmla="*/ 0 w 2857"/>
                <a:gd name="connsiteY2" fmla="*/ 0 h 1905"/>
                <a:gd name="connsiteX3" fmla="*/ 1905 w 2857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1905">
                  <a:moveTo>
                    <a:pt x="1905" y="1905"/>
                  </a:moveTo>
                  <a:cubicBezTo>
                    <a:pt x="2858" y="1905"/>
                    <a:pt x="1905" y="0"/>
                    <a:pt x="2858" y="952"/>
                  </a:cubicBezTo>
                  <a:cubicBezTo>
                    <a:pt x="1905" y="0"/>
                    <a:pt x="952" y="0"/>
                    <a:pt x="0" y="0"/>
                  </a:cubicBezTo>
                  <a:cubicBezTo>
                    <a:pt x="952" y="0"/>
                    <a:pt x="952" y="952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3" name="任意多边形: 形状 112"/>
            <p:cNvSpPr/>
            <p:nvPr>
              <p:custDataLst>
                <p:tags r:id="rId121"/>
              </p:custDataLst>
            </p:nvPr>
          </p:nvSpPr>
          <p:spPr>
            <a:xfrm>
              <a:off x="1580197" y="4290060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2 h 952"/>
                <a:gd name="connsiteX2" fmla="*/ 0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cubicBezTo>
                    <a:pt x="0" y="0"/>
                    <a:pt x="952" y="0"/>
                    <a:pt x="1905" y="952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4" name="任意多边形: 形状 113"/>
            <p:cNvSpPr/>
            <p:nvPr>
              <p:custDataLst>
                <p:tags r:id="rId122"/>
              </p:custDataLst>
            </p:nvPr>
          </p:nvSpPr>
          <p:spPr>
            <a:xfrm>
              <a:off x="1586864" y="4297680"/>
              <a:ext cx="9525" cy="1905"/>
            </a:xfrm>
            <a:custGeom>
              <a:avLst/>
              <a:gdLst>
                <a:gd name="connsiteX0" fmla="*/ 0 w 9525"/>
                <a:gd name="connsiteY0" fmla="*/ 1905 h 1905"/>
                <a:gd name="connsiteX1" fmla="*/ 0 w 9525"/>
                <a:gd name="connsiteY1" fmla="*/ 0 h 1905"/>
                <a:gd name="connsiteX2" fmla="*/ 0 w 9525"/>
                <a:gd name="connsiteY2" fmla="*/ 1905 h 1905"/>
                <a:gd name="connsiteX3" fmla="*/ 0 w 9525"/>
                <a:gd name="connsiteY3" fmla="*/ 1905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1905">
                  <a:moveTo>
                    <a:pt x="0" y="1905"/>
                  </a:moveTo>
                  <a:cubicBezTo>
                    <a:pt x="0" y="1905"/>
                    <a:pt x="0" y="952"/>
                    <a:pt x="0" y="0"/>
                  </a:cubicBezTo>
                  <a:lnTo>
                    <a:pt x="0" y="1905"/>
                  </a:lnTo>
                  <a:lnTo>
                    <a:pt x="0" y="190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5" name="任意多边形: 形状 114"/>
            <p:cNvSpPr/>
            <p:nvPr>
              <p:custDataLst>
                <p:tags r:id="rId123"/>
              </p:custDataLst>
            </p:nvPr>
          </p:nvSpPr>
          <p:spPr>
            <a:xfrm>
              <a:off x="1584960" y="4297680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952 w 952"/>
                <a:gd name="connsiteY1" fmla="*/ 952 h 952"/>
                <a:gd name="connsiteX2" fmla="*/ 0 w 952"/>
                <a:gd name="connsiteY2" fmla="*/ 0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952" y="952"/>
                  </a:ln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6" name="任意多边形: 形状 115"/>
            <p:cNvSpPr/>
            <p:nvPr>
              <p:custDataLst>
                <p:tags r:id="rId124"/>
              </p:custDataLst>
            </p:nvPr>
          </p:nvSpPr>
          <p:spPr>
            <a:xfrm>
              <a:off x="1586150" y="429958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7" name="任意多边形: 形状 116"/>
            <p:cNvSpPr/>
            <p:nvPr>
              <p:custDataLst>
                <p:tags r:id="rId125"/>
              </p:custDataLst>
            </p:nvPr>
          </p:nvSpPr>
          <p:spPr>
            <a:xfrm>
              <a:off x="1586864" y="4305630"/>
              <a:ext cx="2857" cy="1574"/>
            </a:xfrm>
            <a:custGeom>
              <a:avLst/>
              <a:gdLst>
                <a:gd name="connsiteX0" fmla="*/ 2858 w 2857"/>
                <a:gd name="connsiteY0" fmla="*/ 622 h 1574"/>
                <a:gd name="connsiteX1" fmla="*/ 0 w 2857"/>
                <a:gd name="connsiteY1" fmla="*/ 1575 h 1574"/>
                <a:gd name="connsiteX2" fmla="*/ 2858 w 2857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1574">
                  <a:moveTo>
                    <a:pt x="2858" y="622"/>
                  </a:moveTo>
                  <a:cubicBezTo>
                    <a:pt x="1905" y="622"/>
                    <a:pt x="0" y="-1283"/>
                    <a:pt x="0" y="1575"/>
                  </a:cubicBezTo>
                  <a:cubicBezTo>
                    <a:pt x="1905" y="622"/>
                    <a:pt x="952" y="-330"/>
                    <a:pt x="285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8" name="任意多边形: 形状 117"/>
            <p:cNvSpPr/>
            <p:nvPr>
              <p:custDataLst>
                <p:tags r:id="rId126"/>
              </p:custDataLst>
            </p:nvPr>
          </p:nvSpPr>
          <p:spPr>
            <a:xfrm>
              <a:off x="1585912" y="4301489"/>
              <a:ext cx="1904" cy="1905"/>
            </a:xfrm>
            <a:custGeom>
              <a:avLst/>
              <a:gdLst>
                <a:gd name="connsiteX0" fmla="*/ 0 w 1904"/>
                <a:gd name="connsiteY0" fmla="*/ 0 h 1905"/>
                <a:gd name="connsiteX1" fmla="*/ 952 w 1904"/>
                <a:gd name="connsiteY1" fmla="*/ 1905 h 1905"/>
                <a:gd name="connsiteX2" fmla="*/ 1905 w 1904"/>
                <a:gd name="connsiteY2" fmla="*/ 953 h 1905"/>
                <a:gd name="connsiteX3" fmla="*/ 0 w 1904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4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953"/>
                    <a:pt x="1905" y="953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19" name="任意多边形: 形状 118"/>
            <p:cNvSpPr/>
            <p:nvPr>
              <p:custDataLst>
                <p:tags r:id="rId127"/>
              </p:custDataLst>
            </p:nvPr>
          </p:nvSpPr>
          <p:spPr>
            <a:xfrm>
              <a:off x="1584960" y="4300537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952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lnTo>
                    <a:pt x="952" y="952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0" name="任意多边形: 形状 119"/>
            <p:cNvSpPr/>
            <p:nvPr>
              <p:custDataLst>
                <p:tags r:id="rId128"/>
              </p:custDataLst>
            </p:nvPr>
          </p:nvSpPr>
          <p:spPr>
            <a:xfrm>
              <a:off x="1579245" y="4291012"/>
              <a:ext cx="2328" cy="2857"/>
            </a:xfrm>
            <a:custGeom>
              <a:avLst/>
              <a:gdLst>
                <a:gd name="connsiteX0" fmla="*/ 1905 w 2328"/>
                <a:gd name="connsiteY0" fmla="*/ 1905 h 2857"/>
                <a:gd name="connsiteX1" fmla="*/ 0 w 2328"/>
                <a:gd name="connsiteY1" fmla="*/ 0 h 2857"/>
                <a:gd name="connsiteX2" fmla="*/ 1905 w 2328"/>
                <a:gd name="connsiteY2" fmla="*/ 2857 h 2857"/>
                <a:gd name="connsiteX3" fmla="*/ 1905 w 2328"/>
                <a:gd name="connsiteY3" fmla="*/ 1905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2857">
                  <a:moveTo>
                    <a:pt x="1905" y="1905"/>
                  </a:moveTo>
                  <a:cubicBezTo>
                    <a:pt x="952" y="1905"/>
                    <a:pt x="952" y="952"/>
                    <a:pt x="0" y="0"/>
                  </a:cubicBezTo>
                  <a:cubicBezTo>
                    <a:pt x="0" y="952"/>
                    <a:pt x="952" y="1905"/>
                    <a:pt x="1905" y="2857"/>
                  </a:cubicBezTo>
                  <a:cubicBezTo>
                    <a:pt x="1905" y="2857"/>
                    <a:pt x="2857" y="2857"/>
                    <a:pt x="1905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1" name="任意多边形: 形状 120"/>
            <p:cNvSpPr/>
            <p:nvPr>
              <p:custDataLst>
                <p:tags r:id="rId129"/>
              </p:custDataLst>
            </p:nvPr>
          </p:nvSpPr>
          <p:spPr>
            <a:xfrm>
              <a:off x="1583293" y="4295775"/>
              <a:ext cx="714" cy="9525"/>
            </a:xfrm>
            <a:custGeom>
              <a:avLst/>
              <a:gdLst>
                <a:gd name="connsiteX0" fmla="*/ 714 w 714"/>
                <a:gd name="connsiteY0" fmla="*/ 0 h 9525"/>
                <a:gd name="connsiteX1" fmla="*/ 714 w 714"/>
                <a:gd name="connsiteY1" fmla="*/ 0 h 9525"/>
                <a:gd name="connsiteX2" fmla="*/ 714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714" y="0"/>
                  </a:moveTo>
                  <a:lnTo>
                    <a:pt x="714" y="0"/>
                  </a:lnTo>
                  <a:cubicBezTo>
                    <a:pt x="-238" y="0"/>
                    <a:pt x="-238" y="0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2" name="任意多边形: 形状 121"/>
            <p:cNvSpPr/>
            <p:nvPr>
              <p:custDataLst>
                <p:tags r:id="rId130"/>
              </p:custDataLst>
            </p:nvPr>
          </p:nvSpPr>
          <p:spPr>
            <a:xfrm>
              <a:off x="1573529" y="4284344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3" name="任意多边形: 形状 122"/>
            <p:cNvSpPr/>
            <p:nvPr>
              <p:custDataLst>
                <p:tags r:id="rId131"/>
              </p:custDataLst>
            </p:nvPr>
          </p:nvSpPr>
          <p:spPr>
            <a:xfrm>
              <a:off x="1581150" y="4293869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3"/>
                    <a:pt x="952" y="953"/>
                    <a:pt x="952" y="953"/>
                  </a:cubicBezTo>
                  <a:cubicBezTo>
                    <a:pt x="952" y="953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4" name="任意多边形: 形状 123"/>
            <p:cNvSpPr/>
            <p:nvPr>
              <p:custDataLst>
                <p:tags r:id="rId132"/>
              </p:custDataLst>
            </p:nvPr>
          </p:nvSpPr>
          <p:spPr>
            <a:xfrm>
              <a:off x="1578292" y="4288155"/>
              <a:ext cx="9525" cy="952"/>
            </a:xfrm>
            <a:custGeom>
              <a:avLst/>
              <a:gdLst>
                <a:gd name="connsiteX0" fmla="*/ 0 w 9525"/>
                <a:gd name="connsiteY0" fmla="*/ 0 h 952"/>
                <a:gd name="connsiteX1" fmla="*/ 0 w 9525"/>
                <a:gd name="connsiteY1" fmla="*/ 952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0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5" name="任意多边形: 形状 124"/>
            <p:cNvSpPr/>
            <p:nvPr>
              <p:custDataLst>
                <p:tags r:id="rId133"/>
              </p:custDataLst>
            </p:nvPr>
          </p:nvSpPr>
          <p:spPr>
            <a:xfrm>
              <a:off x="1583054" y="4295060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lnTo>
                    <a:pt x="0" y="714"/>
                  </a:lnTo>
                  <a:cubicBezTo>
                    <a:pt x="953" y="-238"/>
                    <a:pt x="953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6" name="任意多边形: 形状 125"/>
            <p:cNvSpPr/>
            <p:nvPr>
              <p:custDataLst>
                <p:tags r:id="rId134"/>
              </p:custDataLst>
            </p:nvPr>
          </p:nvSpPr>
          <p:spPr>
            <a:xfrm>
              <a:off x="1582102" y="4295775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  <a:gd name="connsiteX3" fmla="*/ 952 w 952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952" y="0"/>
                    <a:pt x="952" y="0"/>
                    <a:pt x="952" y="0"/>
                  </a:cubicBezTo>
                  <a:cubicBezTo>
                    <a:pt x="952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7" name="任意多边形: 形状 126"/>
            <p:cNvSpPr/>
            <p:nvPr>
              <p:custDataLst>
                <p:tags r:id="rId135"/>
              </p:custDataLst>
            </p:nvPr>
          </p:nvSpPr>
          <p:spPr>
            <a:xfrm>
              <a:off x="1565910" y="4284344"/>
              <a:ext cx="7619" cy="4949"/>
            </a:xfrm>
            <a:custGeom>
              <a:avLst/>
              <a:gdLst>
                <a:gd name="connsiteX0" fmla="*/ 0 w 7619"/>
                <a:gd name="connsiteY0" fmla="*/ 2857 h 4949"/>
                <a:gd name="connsiteX1" fmla="*/ 2857 w 7619"/>
                <a:gd name="connsiteY1" fmla="*/ 4763 h 4949"/>
                <a:gd name="connsiteX2" fmla="*/ 7620 w 7619"/>
                <a:gd name="connsiteY2" fmla="*/ 0 h 4949"/>
                <a:gd name="connsiteX3" fmla="*/ 5715 w 7619"/>
                <a:gd name="connsiteY3" fmla="*/ 0 h 4949"/>
                <a:gd name="connsiteX4" fmla="*/ 5715 w 7619"/>
                <a:gd name="connsiteY4" fmla="*/ 2857 h 4949"/>
                <a:gd name="connsiteX5" fmla="*/ 4763 w 7619"/>
                <a:gd name="connsiteY5" fmla="*/ 0 h 4949"/>
                <a:gd name="connsiteX6" fmla="*/ 0 w 7619"/>
                <a:gd name="connsiteY6" fmla="*/ 953 h 4949"/>
                <a:gd name="connsiteX7" fmla="*/ 0 w 7619"/>
                <a:gd name="connsiteY7" fmla="*/ 2857 h 4949"/>
                <a:gd name="connsiteX8" fmla="*/ 0 w 7619"/>
                <a:gd name="connsiteY8" fmla="*/ 2857 h 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" h="4949">
                  <a:moveTo>
                    <a:pt x="0" y="2857"/>
                  </a:moveTo>
                  <a:cubicBezTo>
                    <a:pt x="952" y="1905"/>
                    <a:pt x="2857" y="2857"/>
                    <a:pt x="2857" y="4763"/>
                  </a:cubicBezTo>
                  <a:cubicBezTo>
                    <a:pt x="4763" y="5715"/>
                    <a:pt x="6667" y="2857"/>
                    <a:pt x="7620" y="0"/>
                  </a:cubicBezTo>
                  <a:cubicBezTo>
                    <a:pt x="7620" y="0"/>
                    <a:pt x="6667" y="953"/>
                    <a:pt x="5715" y="0"/>
                  </a:cubicBezTo>
                  <a:cubicBezTo>
                    <a:pt x="5715" y="953"/>
                    <a:pt x="6667" y="3810"/>
                    <a:pt x="5715" y="2857"/>
                  </a:cubicBezTo>
                  <a:cubicBezTo>
                    <a:pt x="3810" y="1905"/>
                    <a:pt x="4763" y="953"/>
                    <a:pt x="4763" y="0"/>
                  </a:cubicBezTo>
                  <a:cubicBezTo>
                    <a:pt x="4763" y="1905"/>
                    <a:pt x="952" y="-952"/>
                    <a:pt x="0" y="953"/>
                  </a:cubicBezTo>
                  <a:lnTo>
                    <a:pt x="0" y="2857"/>
                  </a:lnTo>
                  <a:cubicBezTo>
                    <a:pt x="952" y="1905"/>
                    <a:pt x="0" y="1905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8" name="任意多边形: 形状 127"/>
            <p:cNvSpPr/>
            <p:nvPr>
              <p:custDataLst>
                <p:tags r:id="rId136"/>
              </p:custDataLst>
            </p:nvPr>
          </p:nvSpPr>
          <p:spPr>
            <a:xfrm>
              <a:off x="1573529" y="4284583"/>
              <a:ext cx="1905" cy="2619"/>
            </a:xfrm>
            <a:custGeom>
              <a:avLst/>
              <a:gdLst>
                <a:gd name="connsiteX0" fmla="*/ 1905 w 1905"/>
                <a:gd name="connsiteY0" fmla="*/ 2619 h 2619"/>
                <a:gd name="connsiteX1" fmla="*/ 1905 w 1905"/>
                <a:gd name="connsiteY1" fmla="*/ 2619 h 2619"/>
                <a:gd name="connsiteX2" fmla="*/ 1905 w 1905"/>
                <a:gd name="connsiteY2" fmla="*/ 714 h 2619"/>
                <a:gd name="connsiteX3" fmla="*/ 0 w 1905"/>
                <a:gd name="connsiteY3" fmla="*/ 714 h 2619"/>
                <a:gd name="connsiteX4" fmla="*/ 1905 w 1905"/>
                <a:gd name="connsiteY4" fmla="*/ 2619 h 2619"/>
                <a:gd name="connsiteX5" fmla="*/ 1905 w 1905"/>
                <a:gd name="connsiteY5" fmla="*/ 2619 h 2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5" h="2619">
                  <a:moveTo>
                    <a:pt x="1905" y="2619"/>
                  </a:moveTo>
                  <a:lnTo>
                    <a:pt x="1905" y="2619"/>
                  </a:lnTo>
                  <a:cubicBezTo>
                    <a:pt x="1905" y="2619"/>
                    <a:pt x="1905" y="1667"/>
                    <a:pt x="1905" y="714"/>
                  </a:cubicBezTo>
                  <a:cubicBezTo>
                    <a:pt x="953" y="-238"/>
                    <a:pt x="0" y="-238"/>
                    <a:pt x="0" y="714"/>
                  </a:cubicBezTo>
                  <a:lnTo>
                    <a:pt x="1905" y="2619"/>
                  </a:lnTo>
                  <a:lnTo>
                    <a:pt x="1905" y="261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9" name="任意多边形: 形状 128"/>
            <p:cNvSpPr/>
            <p:nvPr>
              <p:custDataLst>
                <p:tags r:id="rId137"/>
              </p:custDataLst>
            </p:nvPr>
          </p:nvSpPr>
          <p:spPr>
            <a:xfrm>
              <a:off x="1575435" y="4287202"/>
              <a:ext cx="3810" cy="5000"/>
            </a:xfrm>
            <a:custGeom>
              <a:avLst/>
              <a:gdLst>
                <a:gd name="connsiteX0" fmla="*/ 2857 w 3810"/>
                <a:gd name="connsiteY0" fmla="*/ 2858 h 5000"/>
                <a:gd name="connsiteX1" fmla="*/ 0 w 3810"/>
                <a:gd name="connsiteY1" fmla="*/ 3810 h 5000"/>
                <a:gd name="connsiteX2" fmla="*/ 2857 w 3810"/>
                <a:gd name="connsiteY2" fmla="*/ 4763 h 5000"/>
                <a:gd name="connsiteX3" fmla="*/ 2857 w 3810"/>
                <a:gd name="connsiteY3" fmla="*/ 2858 h 5000"/>
                <a:gd name="connsiteX4" fmla="*/ 3810 w 3810"/>
                <a:gd name="connsiteY4" fmla="*/ 3810 h 5000"/>
                <a:gd name="connsiteX5" fmla="*/ 2857 w 3810"/>
                <a:gd name="connsiteY5" fmla="*/ 2858 h 5000"/>
                <a:gd name="connsiteX6" fmla="*/ 2857 w 3810"/>
                <a:gd name="connsiteY6" fmla="*/ 2858 h 5000"/>
                <a:gd name="connsiteX7" fmla="*/ 2857 w 3810"/>
                <a:gd name="connsiteY7" fmla="*/ 2858 h 5000"/>
                <a:gd name="connsiteX8" fmla="*/ 2857 w 3810"/>
                <a:gd name="connsiteY8" fmla="*/ 2858 h 5000"/>
                <a:gd name="connsiteX9" fmla="*/ 2857 w 3810"/>
                <a:gd name="connsiteY9" fmla="*/ 2858 h 5000"/>
                <a:gd name="connsiteX10" fmla="*/ 2857 w 3810"/>
                <a:gd name="connsiteY10" fmla="*/ 2858 h 5000"/>
                <a:gd name="connsiteX11" fmla="*/ 2857 w 3810"/>
                <a:gd name="connsiteY11" fmla="*/ 2858 h 5000"/>
                <a:gd name="connsiteX12" fmla="*/ 2857 w 3810"/>
                <a:gd name="connsiteY12" fmla="*/ 2858 h 5000"/>
                <a:gd name="connsiteX13" fmla="*/ 2857 w 3810"/>
                <a:gd name="connsiteY13" fmla="*/ 2858 h 5000"/>
                <a:gd name="connsiteX14" fmla="*/ 2857 w 3810"/>
                <a:gd name="connsiteY14" fmla="*/ 2858 h 5000"/>
                <a:gd name="connsiteX15" fmla="*/ 952 w 3810"/>
                <a:gd name="connsiteY15" fmla="*/ 0 h 5000"/>
                <a:gd name="connsiteX16" fmla="*/ 2857 w 3810"/>
                <a:gd name="connsiteY16" fmla="*/ 2858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10" h="5000">
                  <a:moveTo>
                    <a:pt x="2857" y="2858"/>
                  </a:moveTo>
                  <a:cubicBezTo>
                    <a:pt x="1905" y="2858"/>
                    <a:pt x="0" y="1905"/>
                    <a:pt x="0" y="3810"/>
                  </a:cubicBezTo>
                  <a:cubicBezTo>
                    <a:pt x="952" y="5715"/>
                    <a:pt x="1905" y="4763"/>
                    <a:pt x="2857" y="4763"/>
                  </a:cubicBezTo>
                  <a:cubicBezTo>
                    <a:pt x="0" y="2858"/>
                    <a:pt x="3810" y="4763"/>
                    <a:pt x="2857" y="2858"/>
                  </a:cubicBezTo>
                  <a:cubicBezTo>
                    <a:pt x="3810" y="3810"/>
                    <a:pt x="3810" y="3810"/>
                    <a:pt x="3810" y="3810"/>
                  </a:cubicBezTo>
                  <a:cubicBezTo>
                    <a:pt x="3810" y="3810"/>
                    <a:pt x="3810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lnTo>
                    <a:pt x="2857" y="2858"/>
                  </a:lnTo>
                  <a:cubicBezTo>
                    <a:pt x="2857" y="2858"/>
                    <a:pt x="2857" y="2858"/>
                    <a:pt x="2857" y="2858"/>
                  </a:cubicBezTo>
                  <a:cubicBezTo>
                    <a:pt x="1905" y="1905"/>
                    <a:pt x="2857" y="2858"/>
                    <a:pt x="2857" y="2858"/>
                  </a:cubicBezTo>
                  <a:lnTo>
                    <a:pt x="2857" y="2858"/>
                  </a:lnTo>
                  <a:lnTo>
                    <a:pt x="2857" y="2858"/>
                  </a:lnTo>
                  <a:lnTo>
                    <a:pt x="952" y="0"/>
                  </a:lnTo>
                  <a:cubicBezTo>
                    <a:pt x="952" y="953"/>
                    <a:pt x="1905" y="1905"/>
                    <a:pt x="2857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0" name="任意多边形: 形状 129"/>
            <p:cNvSpPr/>
            <p:nvPr>
              <p:custDataLst>
                <p:tags r:id="rId138"/>
              </p:custDataLst>
            </p:nvPr>
          </p:nvSpPr>
          <p:spPr>
            <a:xfrm>
              <a:off x="1584007" y="4306252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1" name="任意多边形: 形状 130"/>
            <p:cNvSpPr/>
            <p:nvPr>
              <p:custDataLst>
                <p:tags r:id="rId139"/>
              </p:custDataLst>
            </p:nvPr>
          </p:nvSpPr>
          <p:spPr>
            <a:xfrm>
              <a:off x="1584007" y="4302442"/>
              <a:ext cx="1347" cy="5000"/>
            </a:xfrm>
            <a:custGeom>
              <a:avLst/>
              <a:gdLst>
                <a:gd name="connsiteX0" fmla="*/ 0 w 1347"/>
                <a:gd name="connsiteY0" fmla="*/ 2857 h 5000"/>
                <a:gd name="connsiteX1" fmla="*/ 952 w 1347"/>
                <a:gd name="connsiteY1" fmla="*/ 3810 h 5000"/>
                <a:gd name="connsiteX2" fmla="*/ 0 w 1347"/>
                <a:gd name="connsiteY2" fmla="*/ 4763 h 5000"/>
                <a:gd name="connsiteX3" fmla="*/ 952 w 1347"/>
                <a:gd name="connsiteY3" fmla="*/ 3810 h 5000"/>
                <a:gd name="connsiteX4" fmla="*/ 952 w 1347"/>
                <a:gd name="connsiteY4" fmla="*/ 3810 h 5000"/>
                <a:gd name="connsiteX5" fmla="*/ 952 w 1347"/>
                <a:gd name="connsiteY5" fmla="*/ 0 h 5000"/>
                <a:gd name="connsiteX6" fmla="*/ 0 w 1347"/>
                <a:gd name="connsiteY6" fmla="*/ 2857 h 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7" h="5000">
                  <a:moveTo>
                    <a:pt x="0" y="2857"/>
                  </a:moveTo>
                  <a:cubicBezTo>
                    <a:pt x="0" y="2857"/>
                    <a:pt x="952" y="2857"/>
                    <a:pt x="952" y="3810"/>
                  </a:cubicBezTo>
                  <a:cubicBezTo>
                    <a:pt x="952" y="4763"/>
                    <a:pt x="952" y="3810"/>
                    <a:pt x="0" y="4763"/>
                  </a:cubicBezTo>
                  <a:cubicBezTo>
                    <a:pt x="952" y="4763"/>
                    <a:pt x="1905" y="5715"/>
                    <a:pt x="952" y="3810"/>
                  </a:cubicBezTo>
                  <a:lnTo>
                    <a:pt x="952" y="3810"/>
                  </a:lnTo>
                  <a:cubicBezTo>
                    <a:pt x="0" y="2857"/>
                    <a:pt x="0" y="0"/>
                    <a:pt x="952" y="0"/>
                  </a:cubicBezTo>
                  <a:cubicBezTo>
                    <a:pt x="952" y="952"/>
                    <a:pt x="0" y="952"/>
                    <a:pt x="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2" name="任意多边形: 形状 131"/>
            <p:cNvSpPr/>
            <p:nvPr>
              <p:custDataLst>
                <p:tags r:id="rId140"/>
              </p:custDataLst>
            </p:nvPr>
          </p:nvSpPr>
          <p:spPr>
            <a:xfrm>
              <a:off x="1578292" y="4295775"/>
              <a:ext cx="2857" cy="2328"/>
            </a:xfrm>
            <a:custGeom>
              <a:avLst/>
              <a:gdLst>
                <a:gd name="connsiteX0" fmla="*/ 2858 w 2857"/>
                <a:gd name="connsiteY0" fmla="*/ 1905 h 2328"/>
                <a:gd name="connsiteX1" fmla="*/ 0 w 2857"/>
                <a:gd name="connsiteY1" fmla="*/ 0 h 2328"/>
                <a:gd name="connsiteX2" fmla="*/ 0 w 2857"/>
                <a:gd name="connsiteY2" fmla="*/ 1905 h 2328"/>
                <a:gd name="connsiteX3" fmla="*/ 0 w 2857"/>
                <a:gd name="connsiteY3" fmla="*/ 1905 h 2328"/>
                <a:gd name="connsiteX4" fmla="*/ 2858 w 2857"/>
                <a:gd name="connsiteY4" fmla="*/ 1905 h 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" h="2328">
                  <a:moveTo>
                    <a:pt x="2858" y="1905"/>
                  </a:moveTo>
                  <a:lnTo>
                    <a:pt x="0" y="0"/>
                  </a:lnTo>
                  <a:lnTo>
                    <a:pt x="0" y="1905"/>
                  </a:lnTo>
                  <a:lnTo>
                    <a:pt x="0" y="1905"/>
                  </a:lnTo>
                  <a:cubicBezTo>
                    <a:pt x="1905" y="2857"/>
                    <a:pt x="1905" y="1905"/>
                    <a:pt x="2858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3" name="任意多边形: 形状 132"/>
            <p:cNvSpPr/>
            <p:nvPr>
              <p:custDataLst>
                <p:tags r:id="rId141"/>
              </p:custDataLst>
            </p:nvPr>
          </p:nvSpPr>
          <p:spPr>
            <a:xfrm>
              <a:off x="1572577" y="4282439"/>
              <a:ext cx="2857" cy="952"/>
            </a:xfrm>
            <a:custGeom>
              <a:avLst/>
              <a:gdLst>
                <a:gd name="connsiteX0" fmla="*/ 952 w 2857"/>
                <a:gd name="connsiteY0" fmla="*/ 953 h 952"/>
                <a:gd name="connsiteX1" fmla="*/ 2858 w 2857"/>
                <a:gd name="connsiteY1" fmla="*/ 953 h 952"/>
                <a:gd name="connsiteX2" fmla="*/ 0 w 2857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">
                  <a:moveTo>
                    <a:pt x="952" y="953"/>
                  </a:moveTo>
                  <a:lnTo>
                    <a:pt x="2858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4" name="任意多边形: 形状 133"/>
            <p:cNvSpPr/>
            <p:nvPr>
              <p:custDataLst>
                <p:tags r:id="rId142"/>
              </p:custDataLst>
            </p:nvPr>
          </p:nvSpPr>
          <p:spPr>
            <a:xfrm>
              <a:off x="1571625" y="4279582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952 w 952"/>
                <a:gd name="connsiteY1" fmla="*/ 953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952" y="9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5" name="任意多边形: 形状 134"/>
            <p:cNvSpPr/>
            <p:nvPr>
              <p:custDataLst>
                <p:tags r:id="rId143"/>
              </p:custDataLst>
            </p:nvPr>
          </p:nvSpPr>
          <p:spPr>
            <a:xfrm>
              <a:off x="1431607" y="4307205"/>
              <a:ext cx="952" cy="9525"/>
            </a:xfrm>
            <a:custGeom>
              <a:avLst/>
              <a:gdLst>
                <a:gd name="connsiteX0" fmla="*/ 0 w 952"/>
                <a:gd name="connsiteY0" fmla="*/ 0 h 9525"/>
                <a:gd name="connsiteX1" fmla="*/ 953 w 952"/>
                <a:gd name="connsiteY1" fmla="*/ 0 h 9525"/>
                <a:gd name="connsiteX2" fmla="*/ 0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0" y="0"/>
                  </a:moveTo>
                  <a:lnTo>
                    <a:pt x="953" y="0"/>
                  </a:lnTo>
                  <a:cubicBezTo>
                    <a:pt x="953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6" name="任意多边形: 形状 135"/>
            <p:cNvSpPr/>
            <p:nvPr>
              <p:custDataLst>
                <p:tags r:id="rId144"/>
              </p:custDataLst>
            </p:nvPr>
          </p:nvSpPr>
          <p:spPr>
            <a:xfrm>
              <a:off x="1427797" y="4307205"/>
              <a:ext cx="1904" cy="9525"/>
            </a:xfrm>
            <a:custGeom>
              <a:avLst/>
              <a:gdLst>
                <a:gd name="connsiteX0" fmla="*/ 1905 w 1904"/>
                <a:gd name="connsiteY0" fmla="*/ 0 h 9525"/>
                <a:gd name="connsiteX1" fmla="*/ 0 w 1904"/>
                <a:gd name="connsiteY1" fmla="*/ 0 h 9525"/>
                <a:gd name="connsiteX2" fmla="*/ 1905 w 190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5">
                  <a:moveTo>
                    <a:pt x="1905" y="0"/>
                  </a:moveTo>
                  <a:lnTo>
                    <a:pt x="0" y="0"/>
                  </a:lnTo>
                  <a:cubicBezTo>
                    <a:pt x="952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7" name="任意多边形: 形状 136"/>
            <p:cNvSpPr/>
            <p:nvPr>
              <p:custDataLst>
                <p:tags r:id="rId145"/>
              </p:custDataLst>
            </p:nvPr>
          </p:nvSpPr>
          <p:spPr>
            <a:xfrm>
              <a:off x="1491361" y="4260109"/>
              <a:ext cx="3110" cy="1375"/>
            </a:xfrm>
            <a:custGeom>
              <a:avLst/>
              <a:gdLst>
                <a:gd name="connsiteX0" fmla="*/ 3111 w 3110"/>
                <a:gd name="connsiteY0" fmla="*/ 423 h 1375"/>
                <a:gd name="connsiteX1" fmla="*/ 253 w 3110"/>
                <a:gd name="connsiteY1" fmla="*/ 423 h 1375"/>
                <a:gd name="connsiteX2" fmla="*/ 1206 w 3110"/>
                <a:gd name="connsiteY2" fmla="*/ 1376 h 1375"/>
                <a:gd name="connsiteX3" fmla="*/ 3111 w 3110"/>
                <a:gd name="connsiteY3" fmla="*/ 423 h 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10" h="1375">
                  <a:moveTo>
                    <a:pt x="3111" y="423"/>
                  </a:moveTo>
                  <a:cubicBezTo>
                    <a:pt x="1206" y="423"/>
                    <a:pt x="-699" y="-529"/>
                    <a:pt x="253" y="423"/>
                  </a:cubicBezTo>
                  <a:lnTo>
                    <a:pt x="1206" y="1376"/>
                  </a:lnTo>
                  <a:cubicBezTo>
                    <a:pt x="2158" y="423"/>
                    <a:pt x="3111" y="423"/>
                    <a:pt x="3111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8" name="任意多边形: 形状 137"/>
            <p:cNvSpPr/>
            <p:nvPr>
              <p:custDataLst>
                <p:tags r:id="rId146"/>
              </p:custDataLst>
            </p:nvPr>
          </p:nvSpPr>
          <p:spPr>
            <a:xfrm>
              <a:off x="1442085" y="4291964"/>
              <a:ext cx="952" cy="952"/>
            </a:xfrm>
            <a:custGeom>
              <a:avLst/>
              <a:gdLst>
                <a:gd name="connsiteX0" fmla="*/ 0 w 952"/>
                <a:gd name="connsiteY0" fmla="*/ 953 h 952"/>
                <a:gd name="connsiteX1" fmla="*/ 0 w 952"/>
                <a:gd name="connsiteY1" fmla="*/ 953 h 952"/>
                <a:gd name="connsiteX2" fmla="*/ 952 w 952"/>
                <a:gd name="connsiteY2" fmla="*/ 0 h 952"/>
                <a:gd name="connsiteX3" fmla="*/ 0 w 952"/>
                <a:gd name="connsiteY3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953"/>
                  </a:moveTo>
                  <a:lnTo>
                    <a:pt x="0" y="953"/>
                  </a:lnTo>
                  <a:cubicBezTo>
                    <a:pt x="952" y="953"/>
                    <a:pt x="952" y="0"/>
                    <a:pt x="952" y="0"/>
                  </a:cubicBezTo>
                  <a:cubicBezTo>
                    <a:pt x="952" y="0"/>
                    <a:pt x="0" y="0"/>
                    <a:pt x="0" y="95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39" name="任意多边形: 形状 138"/>
            <p:cNvSpPr/>
            <p:nvPr>
              <p:custDataLst>
                <p:tags r:id="rId147"/>
              </p:custDataLst>
            </p:nvPr>
          </p:nvSpPr>
          <p:spPr>
            <a:xfrm>
              <a:off x="1441132" y="4297680"/>
              <a:ext cx="1905" cy="9525"/>
            </a:xfrm>
            <a:custGeom>
              <a:avLst/>
              <a:gdLst>
                <a:gd name="connsiteX0" fmla="*/ 1905 w 1905"/>
                <a:gd name="connsiteY0" fmla="*/ 0 h 9525"/>
                <a:gd name="connsiteX1" fmla="*/ 0 w 1905"/>
                <a:gd name="connsiteY1" fmla="*/ 0 h 9525"/>
                <a:gd name="connsiteX2" fmla="*/ 1905 w 190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9525">
                  <a:moveTo>
                    <a:pt x="1905" y="0"/>
                  </a:moveTo>
                  <a:lnTo>
                    <a:pt x="0" y="0"/>
                  </a:lnTo>
                  <a:cubicBezTo>
                    <a:pt x="953" y="0"/>
                    <a:pt x="1905" y="0"/>
                    <a:pt x="190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0" name="任意多边形: 形状 139"/>
            <p:cNvSpPr/>
            <p:nvPr>
              <p:custDataLst>
                <p:tags r:id="rId148"/>
              </p:custDataLst>
            </p:nvPr>
          </p:nvSpPr>
          <p:spPr>
            <a:xfrm>
              <a:off x="1450419" y="4307205"/>
              <a:ext cx="1190" cy="952"/>
            </a:xfrm>
            <a:custGeom>
              <a:avLst/>
              <a:gdLst>
                <a:gd name="connsiteX0" fmla="*/ 238 w 1190"/>
                <a:gd name="connsiteY0" fmla="*/ 952 h 952"/>
                <a:gd name="connsiteX1" fmla="*/ 1191 w 1190"/>
                <a:gd name="connsiteY1" fmla="*/ 0 h 952"/>
                <a:gd name="connsiteX2" fmla="*/ 238 w 1190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" h="952">
                  <a:moveTo>
                    <a:pt x="238" y="952"/>
                  </a:moveTo>
                  <a:lnTo>
                    <a:pt x="1191" y="0"/>
                  </a:lnTo>
                  <a:cubicBezTo>
                    <a:pt x="-714" y="0"/>
                    <a:pt x="238" y="952"/>
                    <a:pt x="23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1" name="任意多边形: 形状 140"/>
            <p:cNvSpPr/>
            <p:nvPr>
              <p:custDataLst>
                <p:tags r:id="rId149"/>
              </p:custDataLst>
            </p:nvPr>
          </p:nvSpPr>
          <p:spPr>
            <a:xfrm>
              <a:off x="1545907" y="4249102"/>
              <a:ext cx="1905" cy="3214"/>
            </a:xfrm>
            <a:custGeom>
              <a:avLst/>
              <a:gdLst>
                <a:gd name="connsiteX0" fmla="*/ 1905 w 1905"/>
                <a:gd name="connsiteY0" fmla="*/ 2858 h 3214"/>
                <a:gd name="connsiteX1" fmla="*/ 0 w 1905"/>
                <a:gd name="connsiteY1" fmla="*/ 0 h 3214"/>
                <a:gd name="connsiteX2" fmla="*/ 1905 w 1905"/>
                <a:gd name="connsiteY2" fmla="*/ 2858 h 3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" h="3214">
                  <a:moveTo>
                    <a:pt x="1905" y="2858"/>
                  </a:moveTo>
                  <a:cubicBezTo>
                    <a:pt x="1905" y="1905"/>
                    <a:pt x="953" y="953"/>
                    <a:pt x="0" y="0"/>
                  </a:cubicBezTo>
                  <a:cubicBezTo>
                    <a:pt x="953" y="2858"/>
                    <a:pt x="0" y="3810"/>
                    <a:pt x="1905" y="28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2" name="任意多边形: 形状 141"/>
            <p:cNvSpPr/>
            <p:nvPr>
              <p:custDataLst>
                <p:tags r:id="rId150"/>
              </p:custDataLst>
            </p:nvPr>
          </p:nvSpPr>
          <p:spPr>
            <a:xfrm>
              <a:off x="1400175" y="4314825"/>
              <a:ext cx="2857" cy="9525"/>
            </a:xfrm>
            <a:custGeom>
              <a:avLst/>
              <a:gdLst>
                <a:gd name="connsiteX0" fmla="*/ 0 w 2857"/>
                <a:gd name="connsiteY0" fmla="*/ 0 h 9525"/>
                <a:gd name="connsiteX1" fmla="*/ 2857 w 2857"/>
                <a:gd name="connsiteY1" fmla="*/ 0 h 9525"/>
                <a:gd name="connsiteX2" fmla="*/ 0 w 2857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" h="9525">
                  <a:moveTo>
                    <a:pt x="0" y="0"/>
                  </a:moveTo>
                  <a:cubicBezTo>
                    <a:pt x="952" y="0"/>
                    <a:pt x="1905" y="0"/>
                    <a:pt x="2857" y="0"/>
                  </a:cubicBez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3" name="任意多边形: 形状 142"/>
            <p:cNvSpPr/>
            <p:nvPr>
              <p:custDataLst>
                <p:tags r:id="rId151"/>
              </p:custDataLst>
            </p:nvPr>
          </p:nvSpPr>
          <p:spPr>
            <a:xfrm>
              <a:off x="1543050" y="4245292"/>
              <a:ext cx="2857" cy="3809"/>
            </a:xfrm>
            <a:custGeom>
              <a:avLst/>
              <a:gdLst>
                <a:gd name="connsiteX0" fmla="*/ 0 w 2857"/>
                <a:gd name="connsiteY0" fmla="*/ 0 h 3809"/>
                <a:gd name="connsiteX1" fmla="*/ 0 w 2857"/>
                <a:gd name="connsiteY1" fmla="*/ 952 h 3809"/>
                <a:gd name="connsiteX2" fmla="*/ 2857 w 2857"/>
                <a:gd name="connsiteY2" fmla="*/ 3810 h 3809"/>
                <a:gd name="connsiteX3" fmla="*/ 0 w 2857"/>
                <a:gd name="connsiteY3" fmla="*/ 0 h 3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3809">
                  <a:moveTo>
                    <a:pt x="0" y="0"/>
                  </a:moveTo>
                  <a:cubicBezTo>
                    <a:pt x="0" y="0"/>
                    <a:pt x="0" y="952"/>
                    <a:pt x="0" y="952"/>
                  </a:cubicBezTo>
                  <a:cubicBezTo>
                    <a:pt x="952" y="1905"/>
                    <a:pt x="1905" y="2857"/>
                    <a:pt x="2857" y="3810"/>
                  </a:cubicBezTo>
                  <a:cubicBezTo>
                    <a:pt x="1905" y="2857"/>
                    <a:pt x="952" y="952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4" name="任意多边形: 形状 143"/>
            <p:cNvSpPr/>
            <p:nvPr>
              <p:custDataLst>
                <p:tags r:id="rId152"/>
              </p:custDataLst>
            </p:nvPr>
          </p:nvSpPr>
          <p:spPr>
            <a:xfrm>
              <a:off x="1566862" y="4326255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952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5" name="任意多边形: 形状 144"/>
            <p:cNvSpPr/>
            <p:nvPr>
              <p:custDataLst>
                <p:tags r:id="rId153"/>
              </p:custDataLst>
            </p:nvPr>
          </p:nvSpPr>
          <p:spPr>
            <a:xfrm>
              <a:off x="1598295" y="4342447"/>
              <a:ext cx="952" cy="9525"/>
            </a:xfrm>
            <a:custGeom>
              <a:avLst/>
              <a:gdLst>
                <a:gd name="connsiteX0" fmla="*/ 952 w 952"/>
                <a:gd name="connsiteY0" fmla="*/ 0 h 9525"/>
                <a:gd name="connsiteX1" fmla="*/ 0 w 952"/>
                <a:gd name="connsiteY1" fmla="*/ 0 h 9525"/>
                <a:gd name="connsiteX2" fmla="*/ 952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2" y="0"/>
                  </a:moveTo>
                  <a:cubicBezTo>
                    <a:pt x="952" y="0"/>
                    <a:pt x="0" y="0"/>
                    <a:pt x="0" y="0"/>
                  </a:cubicBezTo>
                  <a:cubicBezTo>
                    <a:pt x="0" y="0"/>
                    <a:pt x="952" y="0"/>
                    <a:pt x="95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6" name="任意多边形: 形状 145"/>
            <p:cNvSpPr/>
            <p:nvPr>
              <p:custDataLst>
                <p:tags r:id="rId154"/>
              </p:custDataLst>
            </p:nvPr>
          </p:nvSpPr>
          <p:spPr>
            <a:xfrm>
              <a:off x="1562100" y="4269105"/>
              <a:ext cx="714" cy="423"/>
            </a:xfrm>
            <a:custGeom>
              <a:avLst/>
              <a:gdLst>
                <a:gd name="connsiteX0" fmla="*/ 0 w 714"/>
                <a:gd name="connsiteY0" fmla="*/ 0 h 423"/>
                <a:gd name="connsiteX1" fmla="*/ 0 w 714"/>
                <a:gd name="connsiteY1" fmla="*/ 0 h 423"/>
                <a:gd name="connsiteX2" fmla="*/ 0 w 714"/>
                <a:gd name="connsiteY2" fmla="*/ 0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0"/>
                  </a:moveTo>
                  <a:cubicBezTo>
                    <a:pt x="952" y="952"/>
                    <a:pt x="952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7" name="任意多边形: 形状 146"/>
            <p:cNvSpPr/>
            <p:nvPr>
              <p:custDataLst>
                <p:tags r:id="rId155"/>
              </p:custDataLst>
            </p:nvPr>
          </p:nvSpPr>
          <p:spPr>
            <a:xfrm>
              <a:off x="1561147" y="4274819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8" name="任意多边形: 形状 147"/>
            <p:cNvSpPr/>
            <p:nvPr>
              <p:custDataLst>
                <p:tags r:id="rId156"/>
              </p:custDataLst>
            </p:nvPr>
          </p:nvSpPr>
          <p:spPr>
            <a:xfrm>
              <a:off x="1532572" y="425100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lnTo>
                    <a:pt x="0" y="0"/>
                  </a:ln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49" name="任意多边形: 形状 148"/>
            <p:cNvSpPr/>
            <p:nvPr>
              <p:custDataLst>
                <p:tags r:id="rId157"/>
              </p:custDataLst>
            </p:nvPr>
          </p:nvSpPr>
          <p:spPr>
            <a:xfrm>
              <a:off x="1562629" y="4269105"/>
              <a:ext cx="423" cy="952"/>
            </a:xfrm>
            <a:custGeom>
              <a:avLst/>
              <a:gdLst>
                <a:gd name="connsiteX0" fmla="*/ 423 w 423"/>
                <a:gd name="connsiteY0" fmla="*/ 952 h 952"/>
                <a:gd name="connsiteX1" fmla="*/ 423 w 423"/>
                <a:gd name="connsiteY1" fmla="*/ 0 h 952"/>
                <a:gd name="connsiteX2" fmla="*/ 423 w 423"/>
                <a:gd name="connsiteY2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" h="952">
                  <a:moveTo>
                    <a:pt x="423" y="952"/>
                  </a:moveTo>
                  <a:cubicBezTo>
                    <a:pt x="423" y="952"/>
                    <a:pt x="423" y="0"/>
                    <a:pt x="423" y="0"/>
                  </a:cubicBezTo>
                  <a:cubicBezTo>
                    <a:pt x="-529" y="952"/>
                    <a:pt x="423" y="952"/>
                    <a:pt x="423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0" name="任意多边形: 形状 149"/>
            <p:cNvSpPr/>
            <p:nvPr>
              <p:custDataLst>
                <p:tags r:id="rId158"/>
              </p:custDataLst>
            </p:nvPr>
          </p:nvSpPr>
          <p:spPr>
            <a:xfrm>
              <a:off x="1563052" y="427005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1" name="任意多边形: 形状 150"/>
            <p:cNvSpPr/>
            <p:nvPr>
              <p:custDataLst>
                <p:tags r:id="rId159"/>
              </p:custDataLst>
            </p:nvPr>
          </p:nvSpPr>
          <p:spPr>
            <a:xfrm>
              <a:off x="1562100" y="426815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3 h 952"/>
                <a:gd name="connsiteX2" fmla="*/ 0 w 952"/>
                <a:gd name="connsiteY2" fmla="*/ 0 h 952"/>
                <a:gd name="connsiteX3" fmla="*/ 0 w 952"/>
                <a:gd name="connsiteY3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0"/>
                    <a:pt x="952" y="953"/>
                    <a:pt x="952" y="953"/>
                  </a:cubicBezTo>
                  <a:cubicBezTo>
                    <a:pt x="0" y="953"/>
                    <a:pt x="0" y="953"/>
                    <a:pt x="0" y="0"/>
                  </a:cubicBezTo>
                  <a:cubicBezTo>
                    <a:pt x="0" y="953"/>
                    <a:pt x="0" y="953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2" name="任意多边形: 形状 151"/>
            <p:cNvSpPr/>
            <p:nvPr>
              <p:custDataLst>
                <p:tags r:id="rId160"/>
              </p:custDataLst>
            </p:nvPr>
          </p:nvSpPr>
          <p:spPr>
            <a:xfrm>
              <a:off x="1503997" y="4320116"/>
              <a:ext cx="714" cy="423"/>
            </a:xfrm>
            <a:custGeom>
              <a:avLst/>
              <a:gdLst>
                <a:gd name="connsiteX0" fmla="*/ 0 w 714"/>
                <a:gd name="connsiteY0" fmla="*/ 423 h 423"/>
                <a:gd name="connsiteX1" fmla="*/ 0 w 714"/>
                <a:gd name="connsiteY1" fmla="*/ 423 h 423"/>
                <a:gd name="connsiteX2" fmla="*/ 0 w 714"/>
                <a:gd name="connsiteY2" fmla="*/ 423 h 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423">
                  <a:moveTo>
                    <a:pt x="0" y="423"/>
                  </a:moveTo>
                  <a:lnTo>
                    <a:pt x="0" y="423"/>
                  </a:lnTo>
                  <a:cubicBezTo>
                    <a:pt x="952" y="-529"/>
                    <a:pt x="952" y="423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3" name="任意多边形: 形状 152"/>
            <p:cNvSpPr/>
            <p:nvPr>
              <p:custDataLst>
                <p:tags r:id="rId161"/>
              </p:custDataLst>
            </p:nvPr>
          </p:nvSpPr>
          <p:spPr>
            <a:xfrm>
              <a:off x="1482089" y="4279582"/>
              <a:ext cx="9525" cy="952"/>
            </a:xfrm>
            <a:custGeom>
              <a:avLst/>
              <a:gdLst>
                <a:gd name="connsiteX0" fmla="*/ 0 w 9525"/>
                <a:gd name="connsiteY0" fmla="*/ 953 h 952"/>
                <a:gd name="connsiteX1" fmla="*/ 0 w 9525"/>
                <a:gd name="connsiteY1" fmla="*/ 0 h 952"/>
                <a:gd name="connsiteX2" fmla="*/ 0 w 9525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">
                  <a:moveTo>
                    <a:pt x="0" y="953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4" name="任意多边形: 形状 153"/>
            <p:cNvSpPr/>
            <p:nvPr>
              <p:custDataLst>
                <p:tags r:id="rId162"/>
              </p:custDataLst>
            </p:nvPr>
          </p:nvSpPr>
          <p:spPr>
            <a:xfrm>
              <a:off x="1479232" y="4277677"/>
              <a:ext cx="1905" cy="4762"/>
            </a:xfrm>
            <a:custGeom>
              <a:avLst/>
              <a:gdLst>
                <a:gd name="connsiteX0" fmla="*/ 0 w 1905"/>
                <a:gd name="connsiteY0" fmla="*/ 4763 h 4762"/>
                <a:gd name="connsiteX1" fmla="*/ 1905 w 1905"/>
                <a:gd name="connsiteY1" fmla="*/ 2858 h 4762"/>
                <a:gd name="connsiteX2" fmla="*/ 0 w 1905"/>
                <a:gd name="connsiteY2" fmla="*/ 0 h 4762"/>
                <a:gd name="connsiteX3" fmla="*/ 0 w 1905"/>
                <a:gd name="connsiteY3" fmla="*/ 4763 h 4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4762">
                  <a:moveTo>
                    <a:pt x="0" y="4763"/>
                  </a:moveTo>
                  <a:cubicBezTo>
                    <a:pt x="0" y="2858"/>
                    <a:pt x="953" y="2858"/>
                    <a:pt x="1905" y="2858"/>
                  </a:cubicBezTo>
                  <a:lnTo>
                    <a:pt x="0" y="0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5" name="任意多边形: 形状 154"/>
            <p:cNvSpPr/>
            <p:nvPr>
              <p:custDataLst>
                <p:tags r:id="rId163"/>
              </p:custDataLst>
            </p:nvPr>
          </p:nvSpPr>
          <p:spPr>
            <a:xfrm>
              <a:off x="1383982" y="4240530"/>
              <a:ext cx="226694" cy="102869"/>
            </a:xfrm>
            <a:custGeom>
              <a:avLst/>
              <a:gdLst>
                <a:gd name="connsiteX0" fmla="*/ 53340 w 226694"/>
                <a:gd name="connsiteY0" fmla="*/ 66675 h 102869"/>
                <a:gd name="connsiteX1" fmla="*/ 53340 w 226694"/>
                <a:gd name="connsiteY1" fmla="*/ 65722 h 102869"/>
                <a:gd name="connsiteX2" fmla="*/ 56198 w 226694"/>
                <a:gd name="connsiteY2" fmla="*/ 63818 h 102869"/>
                <a:gd name="connsiteX3" fmla="*/ 53340 w 226694"/>
                <a:gd name="connsiteY3" fmla="*/ 65722 h 102869"/>
                <a:gd name="connsiteX4" fmla="*/ 49530 w 226694"/>
                <a:gd name="connsiteY4" fmla="*/ 67627 h 102869"/>
                <a:gd name="connsiteX5" fmla="*/ 50482 w 226694"/>
                <a:gd name="connsiteY5" fmla="*/ 66675 h 102869"/>
                <a:gd name="connsiteX6" fmla="*/ 51435 w 226694"/>
                <a:gd name="connsiteY6" fmla="*/ 66675 h 102869"/>
                <a:gd name="connsiteX7" fmla="*/ 45720 w 226694"/>
                <a:gd name="connsiteY7" fmla="*/ 67627 h 102869"/>
                <a:gd name="connsiteX8" fmla="*/ 47625 w 226694"/>
                <a:gd name="connsiteY8" fmla="*/ 66675 h 102869"/>
                <a:gd name="connsiteX9" fmla="*/ 44768 w 226694"/>
                <a:gd name="connsiteY9" fmla="*/ 66675 h 102869"/>
                <a:gd name="connsiteX10" fmla="*/ 46673 w 226694"/>
                <a:gd name="connsiteY10" fmla="*/ 66675 h 102869"/>
                <a:gd name="connsiteX11" fmla="*/ 44768 w 226694"/>
                <a:gd name="connsiteY11" fmla="*/ 66675 h 102869"/>
                <a:gd name="connsiteX12" fmla="*/ 44768 w 226694"/>
                <a:gd name="connsiteY12" fmla="*/ 66675 h 102869"/>
                <a:gd name="connsiteX13" fmla="*/ 38100 w 226694"/>
                <a:gd name="connsiteY13" fmla="*/ 67627 h 102869"/>
                <a:gd name="connsiteX14" fmla="*/ 40957 w 226694"/>
                <a:gd name="connsiteY14" fmla="*/ 67627 h 102869"/>
                <a:gd name="connsiteX15" fmla="*/ 37148 w 226694"/>
                <a:gd name="connsiteY15" fmla="*/ 67627 h 102869"/>
                <a:gd name="connsiteX16" fmla="*/ 43815 w 226694"/>
                <a:gd name="connsiteY16" fmla="*/ 66675 h 102869"/>
                <a:gd name="connsiteX17" fmla="*/ 44768 w 226694"/>
                <a:gd name="connsiteY17" fmla="*/ 65722 h 102869"/>
                <a:gd name="connsiteX18" fmla="*/ 46673 w 226694"/>
                <a:gd name="connsiteY18" fmla="*/ 65722 h 102869"/>
                <a:gd name="connsiteX19" fmla="*/ 46673 w 226694"/>
                <a:gd name="connsiteY19" fmla="*/ 65722 h 102869"/>
                <a:gd name="connsiteX20" fmla="*/ 47625 w 226694"/>
                <a:gd name="connsiteY20" fmla="*/ 65722 h 102869"/>
                <a:gd name="connsiteX21" fmla="*/ 51435 w 226694"/>
                <a:gd name="connsiteY21" fmla="*/ 64770 h 102869"/>
                <a:gd name="connsiteX22" fmla="*/ 56198 w 226694"/>
                <a:gd name="connsiteY22" fmla="*/ 63818 h 102869"/>
                <a:gd name="connsiteX23" fmla="*/ 41910 w 226694"/>
                <a:gd name="connsiteY23" fmla="*/ 65722 h 102869"/>
                <a:gd name="connsiteX24" fmla="*/ 41910 w 226694"/>
                <a:gd name="connsiteY24" fmla="*/ 65722 h 102869"/>
                <a:gd name="connsiteX25" fmla="*/ 45720 w 226694"/>
                <a:gd name="connsiteY25" fmla="*/ 64770 h 102869"/>
                <a:gd name="connsiteX26" fmla="*/ 50482 w 226694"/>
                <a:gd name="connsiteY26" fmla="*/ 64770 h 102869"/>
                <a:gd name="connsiteX27" fmla="*/ 44768 w 226694"/>
                <a:gd name="connsiteY27" fmla="*/ 64770 h 102869"/>
                <a:gd name="connsiteX28" fmla="*/ 52388 w 226694"/>
                <a:gd name="connsiteY28" fmla="*/ 63818 h 102869"/>
                <a:gd name="connsiteX29" fmla="*/ 46673 w 226694"/>
                <a:gd name="connsiteY29" fmla="*/ 63818 h 102869"/>
                <a:gd name="connsiteX30" fmla="*/ 47625 w 226694"/>
                <a:gd name="connsiteY30" fmla="*/ 61913 h 102869"/>
                <a:gd name="connsiteX31" fmla="*/ 50482 w 226694"/>
                <a:gd name="connsiteY31" fmla="*/ 61913 h 102869"/>
                <a:gd name="connsiteX32" fmla="*/ 48578 w 226694"/>
                <a:gd name="connsiteY32" fmla="*/ 60960 h 102869"/>
                <a:gd name="connsiteX33" fmla="*/ 49530 w 226694"/>
                <a:gd name="connsiteY33" fmla="*/ 60960 h 102869"/>
                <a:gd name="connsiteX34" fmla="*/ 47625 w 226694"/>
                <a:gd name="connsiteY34" fmla="*/ 60007 h 102869"/>
                <a:gd name="connsiteX35" fmla="*/ 49530 w 226694"/>
                <a:gd name="connsiteY35" fmla="*/ 60007 h 102869"/>
                <a:gd name="connsiteX36" fmla="*/ 51435 w 226694"/>
                <a:gd name="connsiteY36" fmla="*/ 59055 h 102869"/>
                <a:gd name="connsiteX37" fmla="*/ 52388 w 226694"/>
                <a:gd name="connsiteY37" fmla="*/ 60007 h 102869"/>
                <a:gd name="connsiteX38" fmla="*/ 52388 w 226694"/>
                <a:gd name="connsiteY38" fmla="*/ 58102 h 102869"/>
                <a:gd name="connsiteX39" fmla="*/ 53340 w 226694"/>
                <a:gd name="connsiteY39" fmla="*/ 56197 h 102869"/>
                <a:gd name="connsiteX40" fmla="*/ 56198 w 226694"/>
                <a:gd name="connsiteY40" fmla="*/ 56197 h 102869"/>
                <a:gd name="connsiteX41" fmla="*/ 57150 w 226694"/>
                <a:gd name="connsiteY41" fmla="*/ 51435 h 102869"/>
                <a:gd name="connsiteX42" fmla="*/ 55245 w 226694"/>
                <a:gd name="connsiteY42" fmla="*/ 50482 h 102869"/>
                <a:gd name="connsiteX43" fmla="*/ 58103 w 226694"/>
                <a:gd name="connsiteY43" fmla="*/ 48577 h 102869"/>
                <a:gd name="connsiteX44" fmla="*/ 58103 w 226694"/>
                <a:gd name="connsiteY44" fmla="*/ 50482 h 102869"/>
                <a:gd name="connsiteX45" fmla="*/ 58103 w 226694"/>
                <a:gd name="connsiteY45" fmla="*/ 49530 h 102869"/>
                <a:gd name="connsiteX46" fmla="*/ 59055 w 226694"/>
                <a:gd name="connsiteY46" fmla="*/ 52388 h 102869"/>
                <a:gd name="connsiteX47" fmla="*/ 57150 w 226694"/>
                <a:gd name="connsiteY47" fmla="*/ 51435 h 102869"/>
                <a:gd name="connsiteX48" fmla="*/ 57150 w 226694"/>
                <a:gd name="connsiteY48" fmla="*/ 55245 h 102869"/>
                <a:gd name="connsiteX49" fmla="*/ 58103 w 226694"/>
                <a:gd name="connsiteY49" fmla="*/ 54293 h 102869"/>
                <a:gd name="connsiteX50" fmla="*/ 58103 w 226694"/>
                <a:gd name="connsiteY50" fmla="*/ 55245 h 102869"/>
                <a:gd name="connsiteX51" fmla="*/ 59055 w 226694"/>
                <a:gd name="connsiteY51" fmla="*/ 54293 h 102869"/>
                <a:gd name="connsiteX52" fmla="*/ 60960 w 226694"/>
                <a:gd name="connsiteY52" fmla="*/ 56197 h 102869"/>
                <a:gd name="connsiteX53" fmla="*/ 60960 w 226694"/>
                <a:gd name="connsiteY53" fmla="*/ 55245 h 102869"/>
                <a:gd name="connsiteX54" fmla="*/ 64770 w 226694"/>
                <a:gd name="connsiteY54" fmla="*/ 54293 h 102869"/>
                <a:gd name="connsiteX55" fmla="*/ 71438 w 226694"/>
                <a:gd name="connsiteY55" fmla="*/ 44768 h 102869"/>
                <a:gd name="connsiteX56" fmla="*/ 72390 w 226694"/>
                <a:gd name="connsiteY56" fmla="*/ 48577 h 102869"/>
                <a:gd name="connsiteX57" fmla="*/ 66675 w 226694"/>
                <a:gd name="connsiteY57" fmla="*/ 51435 h 102869"/>
                <a:gd name="connsiteX58" fmla="*/ 67628 w 226694"/>
                <a:gd name="connsiteY58" fmla="*/ 52388 h 102869"/>
                <a:gd name="connsiteX59" fmla="*/ 70485 w 226694"/>
                <a:gd name="connsiteY59" fmla="*/ 49530 h 102869"/>
                <a:gd name="connsiteX60" fmla="*/ 73343 w 226694"/>
                <a:gd name="connsiteY60" fmla="*/ 50482 h 102869"/>
                <a:gd name="connsiteX61" fmla="*/ 77153 w 226694"/>
                <a:gd name="connsiteY61" fmla="*/ 45720 h 102869"/>
                <a:gd name="connsiteX62" fmla="*/ 75248 w 226694"/>
                <a:gd name="connsiteY62" fmla="*/ 48577 h 102869"/>
                <a:gd name="connsiteX63" fmla="*/ 79057 w 226694"/>
                <a:gd name="connsiteY63" fmla="*/ 44768 h 102869"/>
                <a:gd name="connsiteX64" fmla="*/ 78105 w 226694"/>
                <a:gd name="connsiteY64" fmla="*/ 45720 h 102869"/>
                <a:gd name="connsiteX65" fmla="*/ 81915 w 226694"/>
                <a:gd name="connsiteY65" fmla="*/ 44768 h 102869"/>
                <a:gd name="connsiteX66" fmla="*/ 81915 w 226694"/>
                <a:gd name="connsiteY66" fmla="*/ 44768 h 102869"/>
                <a:gd name="connsiteX67" fmla="*/ 90488 w 226694"/>
                <a:gd name="connsiteY67" fmla="*/ 38100 h 102869"/>
                <a:gd name="connsiteX68" fmla="*/ 91440 w 226694"/>
                <a:gd name="connsiteY68" fmla="*/ 40957 h 102869"/>
                <a:gd name="connsiteX69" fmla="*/ 93345 w 226694"/>
                <a:gd name="connsiteY69" fmla="*/ 31432 h 102869"/>
                <a:gd name="connsiteX70" fmla="*/ 95250 w 226694"/>
                <a:gd name="connsiteY70" fmla="*/ 39052 h 102869"/>
                <a:gd name="connsiteX71" fmla="*/ 98107 w 226694"/>
                <a:gd name="connsiteY71" fmla="*/ 37147 h 102869"/>
                <a:gd name="connsiteX72" fmla="*/ 96203 w 226694"/>
                <a:gd name="connsiteY72" fmla="*/ 34290 h 102869"/>
                <a:gd name="connsiteX73" fmla="*/ 100965 w 226694"/>
                <a:gd name="connsiteY73" fmla="*/ 35243 h 102869"/>
                <a:gd name="connsiteX74" fmla="*/ 100965 w 226694"/>
                <a:gd name="connsiteY74" fmla="*/ 31432 h 102869"/>
                <a:gd name="connsiteX75" fmla="*/ 101918 w 226694"/>
                <a:gd name="connsiteY75" fmla="*/ 34290 h 102869"/>
                <a:gd name="connsiteX76" fmla="*/ 103823 w 226694"/>
                <a:gd name="connsiteY76" fmla="*/ 30480 h 102869"/>
                <a:gd name="connsiteX77" fmla="*/ 105728 w 226694"/>
                <a:gd name="connsiteY77" fmla="*/ 33338 h 102869"/>
                <a:gd name="connsiteX78" fmla="*/ 108585 w 226694"/>
                <a:gd name="connsiteY78" fmla="*/ 31432 h 102869"/>
                <a:gd name="connsiteX79" fmla="*/ 106680 w 226694"/>
                <a:gd name="connsiteY79" fmla="*/ 31432 h 102869"/>
                <a:gd name="connsiteX80" fmla="*/ 111443 w 226694"/>
                <a:gd name="connsiteY80" fmla="*/ 24765 h 102869"/>
                <a:gd name="connsiteX81" fmla="*/ 114300 w 226694"/>
                <a:gd name="connsiteY81" fmla="*/ 28575 h 102869"/>
                <a:gd name="connsiteX82" fmla="*/ 117157 w 226694"/>
                <a:gd name="connsiteY82" fmla="*/ 18097 h 102869"/>
                <a:gd name="connsiteX83" fmla="*/ 118110 w 226694"/>
                <a:gd name="connsiteY83" fmla="*/ 19050 h 102869"/>
                <a:gd name="connsiteX84" fmla="*/ 120015 w 226694"/>
                <a:gd name="connsiteY84" fmla="*/ 17145 h 102869"/>
                <a:gd name="connsiteX85" fmla="*/ 116205 w 226694"/>
                <a:gd name="connsiteY85" fmla="*/ 28575 h 102869"/>
                <a:gd name="connsiteX86" fmla="*/ 119063 w 226694"/>
                <a:gd name="connsiteY86" fmla="*/ 28575 h 102869"/>
                <a:gd name="connsiteX87" fmla="*/ 118110 w 226694"/>
                <a:gd name="connsiteY87" fmla="*/ 30480 h 102869"/>
                <a:gd name="connsiteX88" fmla="*/ 122873 w 226694"/>
                <a:gd name="connsiteY88" fmla="*/ 28575 h 102869"/>
                <a:gd name="connsiteX89" fmla="*/ 124778 w 226694"/>
                <a:gd name="connsiteY89" fmla="*/ 23813 h 102869"/>
                <a:gd name="connsiteX90" fmla="*/ 120968 w 226694"/>
                <a:gd name="connsiteY90" fmla="*/ 27622 h 102869"/>
                <a:gd name="connsiteX91" fmla="*/ 124778 w 226694"/>
                <a:gd name="connsiteY91" fmla="*/ 20955 h 102869"/>
                <a:gd name="connsiteX92" fmla="*/ 125730 w 226694"/>
                <a:gd name="connsiteY92" fmla="*/ 24765 h 102869"/>
                <a:gd name="connsiteX93" fmla="*/ 128588 w 226694"/>
                <a:gd name="connsiteY93" fmla="*/ 22860 h 102869"/>
                <a:gd name="connsiteX94" fmla="*/ 130493 w 226694"/>
                <a:gd name="connsiteY94" fmla="*/ 24765 h 102869"/>
                <a:gd name="connsiteX95" fmla="*/ 135255 w 226694"/>
                <a:gd name="connsiteY95" fmla="*/ 21907 h 102869"/>
                <a:gd name="connsiteX96" fmla="*/ 138113 w 226694"/>
                <a:gd name="connsiteY96" fmla="*/ 21907 h 102869"/>
                <a:gd name="connsiteX97" fmla="*/ 133350 w 226694"/>
                <a:gd name="connsiteY97" fmla="*/ 13335 h 102869"/>
                <a:gd name="connsiteX98" fmla="*/ 139065 w 226694"/>
                <a:gd name="connsiteY98" fmla="*/ 14288 h 102869"/>
                <a:gd name="connsiteX99" fmla="*/ 140970 w 226694"/>
                <a:gd name="connsiteY99" fmla="*/ 19050 h 102869"/>
                <a:gd name="connsiteX100" fmla="*/ 140970 w 226694"/>
                <a:gd name="connsiteY100" fmla="*/ 17145 h 102869"/>
                <a:gd name="connsiteX101" fmla="*/ 142875 w 226694"/>
                <a:gd name="connsiteY101" fmla="*/ 18097 h 102869"/>
                <a:gd name="connsiteX102" fmla="*/ 142875 w 226694"/>
                <a:gd name="connsiteY102" fmla="*/ 16193 h 102869"/>
                <a:gd name="connsiteX103" fmla="*/ 146685 w 226694"/>
                <a:gd name="connsiteY103" fmla="*/ 15240 h 102869"/>
                <a:gd name="connsiteX104" fmla="*/ 148590 w 226694"/>
                <a:gd name="connsiteY104" fmla="*/ 9525 h 102869"/>
                <a:gd name="connsiteX105" fmla="*/ 149543 w 226694"/>
                <a:gd name="connsiteY105" fmla="*/ 10477 h 102869"/>
                <a:gd name="connsiteX106" fmla="*/ 152400 w 226694"/>
                <a:gd name="connsiteY106" fmla="*/ 9525 h 102869"/>
                <a:gd name="connsiteX107" fmla="*/ 155258 w 226694"/>
                <a:gd name="connsiteY107" fmla="*/ 14288 h 102869"/>
                <a:gd name="connsiteX108" fmla="*/ 154305 w 226694"/>
                <a:gd name="connsiteY108" fmla="*/ 16193 h 102869"/>
                <a:gd name="connsiteX109" fmla="*/ 156210 w 226694"/>
                <a:gd name="connsiteY109" fmla="*/ 17145 h 102869"/>
                <a:gd name="connsiteX110" fmla="*/ 154305 w 226694"/>
                <a:gd name="connsiteY110" fmla="*/ 18097 h 102869"/>
                <a:gd name="connsiteX111" fmla="*/ 158115 w 226694"/>
                <a:gd name="connsiteY111" fmla="*/ 20002 h 102869"/>
                <a:gd name="connsiteX112" fmla="*/ 155258 w 226694"/>
                <a:gd name="connsiteY112" fmla="*/ 16193 h 102869"/>
                <a:gd name="connsiteX113" fmla="*/ 163830 w 226694"/>
                <a:gd name="connsiteY113" fmla="*/ 17145 h 102869"/>
                <a:gd name="connsiteX114" fmla="*/ 163830 w 226694"/>
                <a:gd name="connsiteY114" fmla="*/ 19050 h 102869"/>
                <a:gd name="connsiteX115" fmla="*/ 171450 w 226694"/>
                <a:gd name="connsiteY115" fmla="*/ 24765 h 102869"/>
                <a:gd name="connsiteX116" fmla="*/ 168593 w 226694"/>
                <a:gd name="connsiteY116" fmla="*/ 27622 h 102869"/>
                <a:gd name="connsiteX117" fmla="*/ 165735 w 226694"/>
                <a:gd name="connsiteY117" fmla="*/ 22860 h 102869"/>
                <a:gd name="connsiteX118" fmla="*/ 166688 w 226694"/>
                <a:gd name="connsiteY118" fmla="*/ 24765 h 102869"/>
                <a:gd name="connsiteX119" fmla="*/ 164783 w 226694"/>
                <a:gd name="connsiteY119" fmla="*/ 22860 h 102869"/>
                <a:gd name="connsiteX120" fmla="*/ 171450 w 226694"/>
                <a:gd name="connsiteY120" fmla="*/ 33338 h 102869"/>
                <a:gd name="connsiteX121" fmla="*/ 173355 w 226694"/>
                <a:gd name="connsiteY121" fmla="*/ 33338 h 102869"/>
                <a:gd name="connsiteX122" fmla="*/ 172403 w 226694"/>
                <a:gd name="connsiteY122" fmla="*/ 32385 h 102869"/>
                <a:gd name="connsiteX123" fmla="*/ 174308 w 226694"/>
                <a:gd name="connsiteY123" fmla="*/ 31432 h 102869"/>
                <a:gd name="connsiteX124" fmla="*/ 179070 w 226694"/>
                <a:gd name="connsiteY124" fmla="*/ 35243 h 102869"/>
                <a:gd name="connsiteX125" fmla="*/ 178118 w 226694"/>
                <a:gd name="connsiteY125" fmla="*/ 36195 h 102869"/>
                <a:gd name="connsiteX126" fmla="*/ 177165 w 226694"/>
                <a:gd name="connsiteY126" fmla="*/ 34290 h 102869"/>
                <a:gd name="connsiteX127" fmla="*/ 180022 w 226694"/>
                <a:gd name="connsiteY127" fmla="*/ 38100 h 102869"/>
                <a:gd name="connsiteX128" fmla="*/ 180022 w 226694"/>
                <a:gd name="connsiteY128" fmla="*/ 36195 h 102869"/>
                <a:gd name="connsiteX129" fmla="*/ 185738 w 226694"/>
                <a:gd name="connsiteY129" fmla="*/ 40005 h 102869"/>
                <a:gd name="connsiteX130" fmla="*/ 185738 w 226694"/>
                <a:gd name="connsiteY130" fmla="*/ 37147 h 102869"/>
                <a:gd name="connsiteX131" fmla="*/ 181928 w 226694"/>
                <a:gd name="connsiteY131" fmla="*/ 36195 h 102869"/>
                <a:gd name="connsiteX132" fmla="*/ 180975 w 226694"/>
                <a:gd name="connsiteY132" fmla="*/ 30480 h 102869"/>
                <a:gd name="connsiteX133" fmla="*/ 180022 w 226694"/>
                <a:gd name="connsiteY133" fmla="*/ 30480 h 102869"/>
                <a:gd name="connsiteX134" fmla="*/ 179070 w 226694"/>
                <a:gd name="connsiteY134" fmla="*/ 30480 h 102869"/>
                <a:gd name="connsiteX135" fmla="*/ 179070 w 226694"/>
                <a:gd name="connsiteY135" fmla="*/ 30480 h 102869"/>
                <a:gd name="connsiteX136" fmla="*/ 179070 w 226694"/>
                <a:gd name="connsiteY136" fmla="*/ 30480 h 102869"/>
                <a:gd name="connsiteX137" fmla="*/ 179070 w 226694"/>
                <a:gd name="connsiteY137" fmla="*/ 30480 h 102869"/>
                <a:gd name="connsiteX138" fmla="*/ 179070 w 226694"/>
                <a:gd name="connsiteY138" fmla="*/ 31432 h 102869"/>
                <a:gd name="connsiteX139" fmla="*/ 174308 w 226694"/>
                <a:gd name="connsiteY139" fmla="*/ 28575 h 102869"/>
                <a:gd name="connsiteX140" fmla="*/ 175260 w 226694"/>
                <a:gd name="connsiteY140" fmla="*/ 27622 h 102869"/>
                <a:gd name="connsiteX141" fmla="*/ 173355 w 226694"/>
                <a:gd name="connsiteY141" fmla="*/ 26670 h 102869"/>
                <a:gd name="connsiteX142" fmla="*/ 175260 w 226694"/>
                <a:gd name="connsiteY142" fmla="*/ 24765 h 102869"/>
                <a:gd name="connsiteX143" fmla="*/ 174308 w 226694"/>
                <a:gd name="connsiteY143" fmla="*/ 22860 h 102869"/>
                <a:gd name="connsiteX144" fmla="*/ 171450 w 226694"/>
                <a:gd name="connsiteY144" fmla="*/ 19050 h 102869"/>
                <a:gd name="connsiteX145" fmla="*/ 169545 w 226694"/>
                <a:gd name="connsiteY145" fmla="*/ 18097 h 102869"/>
                <a:gd name="connsiteX146" fmla="*/ 167640 w 226694"/>
                <a:gd name="connsiteY146" fmla="*/ 17145 h 102869"/>
                <a:gd name="connsiteX147" fmla="*/ 167640 w 226694"/>
                <a:gd name="connsiteY147" fmla="*/ 17145 h 102869"/>
                <a:gd name="connsiteX148" fmla="*/ 163830 w 226694"/>
                <a:gd name="connsiteY148" fmla="*/ 13335 h 102869"/>
                <a:gd name="connsiteX149" fmla="*/ 161925 w 226694"/>
                <a:gd name="connsiteY149" fmla="*/ 11430 h 102869"/>
                <a:gd name="connsiteX150" fmla="*/ 159068 w 226694"/>
                <a:gd name="connsiteY150" fmla="*/ 6668 h 102869"/>
                <a:gd name="connsiteX151" fmla="*/ 154305 w 226694"/>
                <a:gd name="connsiteY151" fmla="*/ 1905 h 102869"/>
                <a:gd name="connsiteX152" fmla="*/ 154305 w 226694"/>
                <a:gd name="connsiteY152" fmla="*/ 952 h 102869"/>
                <a:gd name="connsiteX153" fmla="*/ 154305 w 226694"/>
                <a:gd name="connsiteY153" fmla="*/ 0 h 102869"/>
                <a:gd name="connsiteX154" fmla="*/ 145733 w 226694"/>
                <a:gd name="connsiteY154" fmla="*/ 3810 h 102869"/>
                <a:gd name="connsiteX155" fmla="*/ 134303 w 226694"/>
                <a:gd name="connsiteY155" fmla="*/ 7620 h 102869"/>
                <a:gd name="connsiteX156" fmla="*/ 135255 w 226694"/>
                <a:gd name="connsiteY156" fmla="*/ 8572 h 102869"/>
                <a:gd name="connsiteX157" fmla="*/ 130493 w 226694"/>
                <a:gd name="connsiteY157" fmla="*/ 11430 h 102869"/>
                <a:gd name="connsiteX158" fmla="*/ 131445 w 226694"/>
                <a:gd name="connsiteY158" fmla="*/ 12382 h 102869"/>
                <a:gd name="connsiteX159" fmla="*/ 123825 w 226694"/>
                <a:gd name="connsiteY159" fmla="*/ 15240 h 102869"/>
                <a:gd name="connsiteX160" fmla="*/ 124778 w 226694"/>
                <a:gd name="connsiteY160" fmla="*/ 14288 h 102869"/>
                <a:gd name="connsiteX161" fmla="*/ 114300 w 226694"/>
                <a:gd name="connsiteY161" fmla="*/ 19050 h 102869"/>
                <a:gd name="connsiteX162" fmla="*/ 112395 w 226694"/>
                <a:gd name="connsiteY162" fmla="*/ 20002 h 102869"/>
                <a:gd name="connsiteX163" fmla="*/ 112395 w 226694"/>
                <a:gd name="connsiteY163" fmla="*/ 20002 h 102869"/>
                <a:gd name="connsiteX164" fmla="*/ 112395 w 226694"/>
                <a:gd name="connsiteY164" fmla="*/ 20002 h 102869"/>
                <a:gd name="connsiteX165" fmla="*/ 111443 w 226694"/>
                <a:gd name="connsiteY165" fmla="*/ 20002 h 102869"/>
                <a:gd name="connsiteX166" fmla="*/ 112395 w 226694"/>
                <a:gd name="connsiteY166" fmla="*/ 20002 h 102869"/>
                <a:gd name="connsiteX167" fmla="*/ 110490 w 226694"/>
                <a:gd name="connsiteY167" fmla="*/ 21907 h 102869"/>
                <a:gd name="connsiteX168" fmla="*/ 109538 w 226694"/>
                <a:gd name="connsiteY168" fmla="*/ 20955 h 102869"/>
                <a:gd name="connsiteX169" fmla="*/ 109538 w 226694"/>
                <a:gd name="connsiteY169" fmla="*/ 20955 h 102869"/>
                <a:gd name="connsiteX170" fmla="*/ 109538 w 226694"/>
                <a:gd name="connsiteY170" fmla="*/ 22860 h 102869"/>
                <a:gd name="connsiteX171" fmla="*/ 108585 w 226694"/>
                <a:gd name="connsiteY171" fmla="*/ 23813 h 102869"/>
                <a:gd name="connsiteX172" fmla="*/ 104775 w 226694"/>
                <a:gd name="connsiteY172" fmla="*/ 23813 h 102869"/>
                <a:gd name="connsiteX173" fmla="*/ 100965 w 226694"/>
                <a:gd name="connsiteY173" fmla="*/ 28575 h 102869"/>
                <a:gd name="connsiteX174" fmla="*/ 100965 w 226694"/>
                <a:gd name="connsiteY174" fmla="*/ 27622 h 102869"/>
                <a:gd name="connsiteX175" fmla="*/ 98107 w 226694"/>
                <a:gd name="connsiteY175" fmla="*/ 28575 h 102869"/>
                <a:gd name="connsiteX176" fmla="*/ 97155 w 226694"/>
                <a:gd name="connsiteY176" fmla="*/ 27622 h 102869"/>
                <a:gd name="connsiteX177" fmla="*/ 96203 w 226694"/>
                <a:gd name="connsiteY177" fmla="*/ 30480 h 102869"/>
                <a:gd name="connsiteX178" fmla="*/ 94298 w 226694"/>
                <a:gd name="connsiteY178" fmla="*/ 28575 h 102869"/>
                <a:gd name="connsiteX179" fmla="*/ 90488 w 226694"/>
                <a:gd name="connsiteY179" fmla="*/ 33338 h 102869"/>
                <a:gd name="connsiteX180" fmla="*/ 90488 w 226694"/>
                <a:gd name="connsiteY180" fmla="*/ 32385 h 102869"/>
                <a:gd name="connsiteX181" fmla="*/ 87630 w 226694"/>
                <a:gd name="connsiteY181" fmla="*/ 34290 h 102869"/>
                <a:gd name="connsiteX182" fmla="*/ 70485 w 226694"/>
                <a:gd name="connsiteY182" fmla="*/ 40005 h 102869"/>
                <a:gd name="connsiteX183" fmla="*/ 68580 w 226694"/>
                <a:gd name="connsiteY183" fmla="*/ 41910 h 102869"/>
                <a:gd name="connsiteX184" fmla="*/ 67628 w 226694"/>
                <a:gd name="connsiteY184" fmla="*/ 40005 h 102869"/>
                <a:gd name="connsiteX185" fmla="*/ 61913 w 226694"/>
                <a:gd name="connsiteY185" fmla="*/ 43815 h 102869"/>
                <a:gd name="connsiteX186" fmla="*/ 61913 w 226694"/>
                <a:gd name="connsiteY186" fmla="*/ 41910 h 102869"/>
                <a:gd name="connsiteX187" fmla="*/ 60960 w 226694"/>
                <a:gd name="connsiteY187" fmla="*/ 42863 h 102869"/>
                <a:gd name="connsiteX188" fmla="*/ 60960 w 226694"/>
                <a:gd name="connsiteY188" fmla="*/ 41910 h 102869"/>
                <a:gd name="connsiteX189" fmla="*/ 60007 w 226694"/>
                <a:gd name="connsiteY189" fmla="*/ 47625 h 102869"/>
                <a:gd name="connsiteX190" fmla="*/ 57150 w 226694"/>
                <a:gd name="connsiteY190" fmla="*/ 49530 h 102869"/>
                <a:gd name="connsiteX191" fmla="*/ 57150 w 226694"/>
                <a:gd name="connsiteY191" fmla="*/ 47625 h 102869"/>
                <a:gd name="connsiteX192" fmla="*/ 50482 w 226694"/>
                <a:gd name="connsiteY192" fmla="*/ 51435 h 102869"/>
                <a:gd name="connsiteX193" fmla="*/ 48578 w 226694"/>
                <a:gd name="connsiteY193" fmla="*/ 52388 h 102869"/>
                <a:gd name="connsiteX194" fmla="*/ 41910 w 226694"/>
                <a:gd name="connsiteY194" fmla="*/ 55245 h 102869"/>
                <a:gd name="connsiteX195" fmla="*/ 42863 w 226694"/>
                <a:gd name="connsiteY195" fmla="*/ 55245 h 102869"/>
                <a:gd name="connsiteX196" fmla="*/ 39053 w 226694"/>
                <a:gd name="connsiteY196" fmla="*/ 58102 h 102869"/>
                <a:gd name="connsiteX197" fmla="*/ 39053 w 226694"/>
                <a:gd name="connsiteY197" fmla="*/ 58102 h 102869"/>
                <a:gd name="connsiteX198" fmla="*/ 29528 w 226694"/>
                <a:gd name="connsiteY198" fmla="*/ 60960 h 102869"/>
                <a:gd name="connsiteX199" fmla="*/ 32385 w 226694"/>
                <a:gd name="connsiteY199" fmla="*/ 60960 h 102869"/>
                <a:gd name="connsiteX200" fmla="*/ 30480 w 226694"/>
                <a:gd name="connsiteY200" fmla="*/ 61913 h 102869"/>
                <a:gd name="connsiteX201" fmla="*/ 23813 w 226694"/>
                <a:gd name="connsiteY201" fmla="*/ 63818 h 102869"/>
                <a:gd name="connsiteX202" fmla="*/ 26670 w 226694"/>
                <a:gd name="connsiteY202" fmla="*/ 62865 h 102869"/>
                <a:gd name="connsiteX203" fmla="*/ 20003 w 226694"/>
                <a:gd name="connsiteY203" fmla="*/ 64770 h 102869"/>
                <a:gd name="connsiteX204" fmla="*/ 9525 w 226694"/>
                <a:gd name="connsiteY204" fmla="*/ 66675 h 102869"/>
                <a:gd name="connsiteX205" fmla="*/ 9525 w 226694"/>
                <a:gd name="connsiteY205" fmla="*/ 65722 h 102869"/>
                <a:gd name="connsiteX206" fmla="*/ 11430 w 226694"/>
                <a:gd name="connsiteY206" fmla="*/ 67627 h 102869"/>
                <a:gd name="connsiteX207" fmla="*/ 1905 w 226694"/>
                <a:gd name="connsiteY207" fmla="*/ 69532 h 102869"/>
                <a:gd name="connsiteX208" fmla="*/ 0 w 226694"/>
                <a:gd name="connsiteY208" fmla="*/ 71438 h 102869"/>
                <a:gd name="connsiteX209" fmla="*/ 6668 w 226694"/>
                <a:gd name="connsiteY209" fmla="*/ 72390 h 102869"/>
                <a:gd name="connsiteX210" fmla="*/ 13335 w 226694"/>
                <a:gd name="connsiteY210" fmla="*/ 71438 h 102869"/>
                <a:gd name="connsiteX211" fmla="*/ 21907 w 226694"/>
                <a:gd name="connsiteY211" fmla="*/ 73343 h 102869"/>
                <a:gd name="connsiteX212" fmla="*/ 20955 w 226694"/>
                <a:gd name="connsiteY212" fmla="*/ 73343 h 102869"/>
                <a:gd name="connsiteX213" fmla="*/ 33338 w 226694"/>
                <a:gd name="connsiteY213" fmla="*/ 73343 h 102869"/>
                <a:gd name="connsiteX214" fmla="*/ 38100 w 226694"/>
                <a:gd name="connsiteY214" fmla="*/ 75247 h 102869"/>
                <a:gd name="connsiteX215" fmla="*/ 42863 w 226694"/>
                <a:gd name="connsiteY215" fmla="*/ 77152 h 102869"/>
                <a:gd name="connsiteX216" fmla="*/ 49530 w 226694"/>
                <a:gd name="connsiteY216" fmla="*/ 78105 h 102869"/>
                <a:gd name="connsiteX217" fmla="*/ 49530 w 226694"/>
                <a:gd name="connsiteY217" fmla="*/ 78105 h 102869"/>
                <a:gd name="connsiteX218" fmla="*/ 57150 w 226694"/>
                <a:gd name="connsiteY218" fmla="*/ 77152 h 102869"/>
                <a:gd name="connsiteX219" fmla="*/ 57150 w 226694"/>
                <a:gd name="connsiteY219" fmla="*/ 78105 h 102869"/>
                <a:gd name="connsiteX220" fmla="*/ 65723 w 226694"/>
                <a:gd name="connsiteY220" fmla="*/ 78105 h 102869"/>
                <a:gd name="connsiteX221" fmla="*/ 65723 w 226694"/>
                <a:gd name="connsiteY221" fmla="*/ 79057 h 102869"/>
                <a:gd name="connsiteX222" fmla="*/ 76200 w 226694"/>
                <a:gd name="connsiteY222" fmla="*/ 80963 h 102869"/>
                <a:gd name="connsiteX223" fmla="*/ 75248 w 226694"/>
                <a:gd name="connsiteY223" fmla="*/ 81915 h 102869"/>
                <a:gd name="connsiteX224" fmla="*/ 88582 w 226694"/>
                <a:gd name="connsiteY224" fmla="*/ 82868 h 102869"/>
                <a:gd name="connsiteX225" fmla="*/ 91440 w 226694"/>
                <a:gd name="connsiteY225" fmla="*/ 81915 h 102869"/>
                <a:gd name="connsiteX226" fmla="*/ 90488 w 226694"/>
                <a:gd name="connsiteY226" fmla="*/ 79057 h 102869"/>
                <a:gd name="connsiteX227" fmla="*/ 92393 w 226694"/>
                <a:gd name="connsiteY227" fmla="*/ 80963 h 102869"/>
                <a:gd name="connsiteX228" fmla="*/ 92393 w 226694"/>
                <a:gd name="connsiteY228" fmla="*/ 80963 h 102869"/>
                <a:gd name="connsiteX229" fmla="*/ 97155 w 226694"/>
                <a:gd name="connsiteY229" fmla="*/ 83820 h 102869"/>
                <a:gd name="connsiteX230" fmla="*/ 120015 w 226694"/>
                <a:gd name="connsiteY230" fmla="*/ 88582 h 102869"/>
                <a:gd name="connsiteX231" fmla="*/ 119063 w 226694"/>
                <a:gd name="connsiteY231" fmla="*/ 86677 h 102869"/>
                <a:gd name="connsiteX232" fmla="*/ 121920 w 226694"/>
                <a:gd name="connsiteY232" fmla="*/ 86677 h 102869"/>
                <a:gd name="connsiteX233" fmla="*/ 120968 w 226694"/>
                <a:gd name="connsiteY233" fmla="*/ 87630 h 102869"/>
                <a:gd name="connsiteX234" fmla="*/ 123825 w 226694"/>
                <a:gd name="connsiteY234" fmla="*/ 86677 h 102869"/>
                <a:gd name="connsiteX235" fmla="*/ 122873 w 226694"/>
                <a:gd name="connsiteY235" fmla="*/ 88582 h 102869"/>
                <a:gd name="connsiteX236" fmla="*/ 124778 w 226694"/>
                <a:gd name="connsiteY236" fmla="*/ 88582 h 102869"/>
                <a:gd name="connsiteX237" fmla="*/ 124778 w 226694"/>
                <a:gd name="connsiteY237" fmla="*/ 88582 h 102869"/>
                <a:gd name="connsiteX238" fmla="*/ 128588 w 226694"/>
                <a:gd name="connsiteY238" fmla="*/ 87630 h 102869"/>
                <a:gd name="connsiteX239" fmla="*/ 129540 w 226694"/>
                <a:gd name="connsiteY239" fmla="*/ 89535 h 102869"/>
                <a:gd name="connsiteX240" fmla="*/ 130493 w 226694"/>
                <a:gd name="connsiteY240" fmla="*/ 89535 h 102869"/>
                <a:gd name="connsiteX241" fmla="*/ 133350 w 226694"/>
                <a:gd name="connsiteY241" fmla="*/ 90488 h 102869"/>
                <a:gd name="connsiteX242" fmla="*/ 132398 w 226694"/>
                <a:gd name="connsiteY242" fmla="*/ 88582 h 102869"/>
                <a:gd name="connsiteX243" fmla="*/ 134303 w 226694"/>
                <a:gd name="connsiteY243" fmla="*/ 86677 h 102869"/>
                <a:gd name="connsiteX244" fmla="*/ 147638 w 226694"/>
                <a:gd name="connsiteY244" fmla="*/ 90488 h 102869"/>
                <a:gd name="connsiteX245" fmla="*/ 154305 w 226694"/>
                <a:gd name="connsiteY245" fmla="*/ 90488 h 102869"/>
                <a:gd name="connsiteX246" fmla="*/ 155258 w 226694"/>
                <a:gd name="connsiteY246" fmla="*/ 88582 h 102869"/>
                <a:gd name="connsiteX247" fmla="*/ 160020 w 226694"/>
                <a:gd name="connsiteY247" fmla="*/ 93345 h 102869"/>
                <a:gd name="connsiteX248" fmla="*/ 163830 w 226694"/>
                <a:gd name="connsiteY248" fmla="*/ 91440 h 102869"/>
                <a:gd name="connsiteX249" fmla="*/ 164783 w 226694"/>
                <a:gd name="connsiteY249" fmla="*/ 94297 h 102869"/>
                <a:gd name="connsiteX250" fmla="*/ 179070 w 226694"/>
                <a:gd name="connsiteY250" fmla="*/ 97155 h 102869"/>
                <a:gd name="connsiteX251" fmla="*/ 180022 w 226694"/>
                <a:gd name="connsiteY251" fmla="*/ 95250 h 102869"/>
                <a:gd name="connsiteX252" fmla="*/ 182880 w 226694"/>
                <a:gd name="connsiteY252" fmla="*/ 98107 h 102869"/>
                <a:gd name="connsiteX253" fmla="*/ 185738 w 226694"/>
                <a:gd name="connsiteY253" fmla="*/ 97155 h 102869"/>
                <a:gd name="connsiteX254" fmla="*/ 185738 w 226694"/>
                <a:gd name="connsiteY254" fmla="*/ 96202 h 102869"/>
                <a:gd name="connsiteX255" fmla="*/ 216218 w 226694"/>
                <a:gd name="connsiteY255" fmla="*/ 102870 h 102869"/>
                <a:gd name="connsiteX256" fmla="*/ 217170 w 226694"/>
                <a:gd name="connsiteY256" fmla="*/ 101918 h 102869"/>
                <a:gd name="connsiteX257" fmla="*/ 217170 w 226694"/>
                <a:gd name="connsiteY257" fmla="*/ 100013 h 102869"/>
                <a:gd name="connsiteX258" fmla="*/ 220980 w 226694"/>
                <a:gd name="connsiteY258" fmla="*/ 101918 h 102869"/>
                <a:gd name="connsiteX259" fmla="*/ 226695 w 226694"/>
                <a:gd name="connsiteY259" fmla="*/ 100965 h 102869"/>
                <a:gd name="connsiteX260" fmla="*/ 225743 w 226694"/>
                <a:gd name="connsiteY260" fmla="*/ 100965 h 102869"/>
                <a:gd name="connsiteX261" fmla="*/ 224790 w 226694"/>
                <a:gd name="connsiteY261" fmla="*/ 93345 h 102869"/>
                <a:gd name="connsiteX262" fmla="*/ 216218 w 226694"/>
                <a:gd name="connsiteY262" fmla="*/ 92393 h 102869"/>
                <a:gd name="connsiteX263" fmla="*/ 216218 w 226694"/>
                <a:gd name="connsiteY263" fmla="*/ 91440 h 102869"/>
                <a:gd name="connsiteX264" fmla="*/ 212408 w 226694"/>
                <a:gd name="connsiteY264" fmla="*/ 91440 h 102869"/>
                <a:gd name="connsiteX265" fmla="*/ 212408 w 226694"/>
                <a:gd name="connsiteY265" fmla="*/ 91440 h 102869"/>
                <a:gd name="connsiteX266" fmla="*/ 199072 w 226694"/>
                <a:gd name="connsiteY266" fmla="*/ 87630 h 102869"/>
                <a:gd name="connsiteX267" fmla="*/ 199072 w 226694"/>
                <a:gd name="connsiteY267" fmla="*/ 88582 h 102869"/>
                <a:gd name="connsiteX268" fmla="*/ 197168 w 226694"/>
                <a:gd name="connsiteY268" fmla="*/ 87630 h 102869"/>
                <a:gd name="connsiteX269" fmla="*/ 199072 w 226694"/>
                <a:gd name="connsiteY269" fmla="*/ 90488 h 102869"/>
                <a:gd name="connsiteX270" fmla="*/ 189547 w 226694"/>
                <a:gd name="connsiteY270" fmla="*/ 85725 h 102869"/>
                <a:gd name="connsiteX271" fmla="*/ 187643 w 226694"/>
                <a:gd name="connsiteY271" fmla="*/ 86677 h 102869"/>
                <a:gd name="connsiteX272" fmla="*/ 187643 w 226694"/>
                <a:gd name="connsiteY272" fmla="*/ 85725 h 102869"/>
                <a:gd name="connsiteX273" fmla="*/ 186690 w 226694"/>
                <a:gd name="connsiteY273" fmla="*/ 86677 h 102869"/>
                <a:gd name="connsiteX274" fmla="*/ 184785 w 226694"/>
                <a:gd name="connsiteY274" fmla="*/ 84772 h 102869"/>
                <a:gd name="connsiteX275" fmla="*/ 185738 w 226694"/>
                <a:gd name="connsiteY275" fmla="*/ 84772 h 102869"/>
                <a:gd name="connsiteX276" fmla="*/ 180022 w 226694"/>
                <a:gd name="connsiteY276" fmla="*/ 83820 h 102869"/>
                <a:gd name="connsiteX277" fmla="*/ 181928 w 226694"/>
                <a:gd name="connsiteY277" fmla="*/ 84772 h 102869"/>
                <a:gd name="connsiteX278" fmla="*/ 164783 w 226694"/>
                <a:gd name="connsiteY278" fmla="*/ 83820 h 102869"/>
                <a:gd name="connsiteX279" fmla="*/ 164783 w 226694"/>
                <a:gd name="connsiteY279" fmla="*/ 84772 h 102869"/>
                <a:gd name="connsiteX280" fmla="*/ 155258 w 226694"/>
                <a:gd name="connsiteY280" fmla="*/ 83820 h 102869"/>
                <a:gd name="connsiteX281" fmla="*/ 155258 w 226694"/>
                <a:gd name="connsiteY281" fmla="*/ 83820 h 102869"/>
                <a:gd name="connsiteX282" fmla="*/ 151448 w 226694"/>
                <a:gd name="connsiteY282" fmla="*/ 83820 h 102869"/>
                <a:gd name="connsiteX283" fmla="*/ 151448 w 226694"/>
                <a:gd name="connsiteY283" fmla="*/ 81915 h 102869"/>
                <a:gd name="connsiteX284" fmla="*/ 145733 w 226694"/>
                <a:gd name="connsiteY284" fmla="*/ 84772 h 102869"/>
                <a:gd name="connsiteX285" fmla="*/ 144780 w 226694"/>
                <a:gd name="connsiteY285" fmla="*/ 83820 h 102869"/>
                <a:gd name="connsiteX286" fmla="*/ 140970 w 226694"/>
                <a:gd name="connsiteY286" fmla="*/ 84772 h 102869"/>
                <a:gd name="connsiteX287" fmla="*/ 141923 w 226694"/>
                <a:gd name="connsiteY287" fmla="*/ 81915 h 102869"/>
                <a:gd name="connsiteX288" fmla="*/ 133350 w 226694"/>
                <a:gd name="connsiteY288" fmla="*/ 80010 h 102869"/>
                <a:gd name="connsiteX289" fmla="*/ 136208 w 226694"/>
                <a:gd name="connsiteY289" fmla="*/ 82868 h 102869"/>
                <a:gd name="connsiteX290" fmla="*/ 132398 w 226694"/>
                <a:gd name="connsiteY290" fmla="*/ 83820 h 102869"/>
                <a:gd name="connsiteX291" fmla="*/ 126682 w 226694"/>
                <a:gd name="connsiteY291" fmla="*/ 79057 h 102869"/>
                <a:gd name="connsiteX292" fmla="*/ 127635 w 226694"/>
                <a:gd name="connsiteY292" fmla="*/ 79057 h 102869"/>
                <a:gd name="connsiteX293" fmla="*/ 122873 w 226694"/>
                <a:gd name="connsiteY293" fmla="*/ 78105 h 102869"/>
                <a:gd name="connsiteX294" fmla="*/ 120015 w 226694"/>
                <a:gd name="connsiteY294" fmla="*/ 80010 h 102869"/>
                <a:gd name="connsiteX295" fmla="*/ 123825 w 226694"/>
                <a:gd name="connsiteY295" fmla="*/ 80010 h 102869"/>
                <a:gd name="connsiteX296" fmla="*/ 117157 w 226694"/>
                <a:gd name="connsiteY296" fmla="*/ 80963 h 102869"/>
                <a:gd name="connsiteX297" fmla="*/ 119063 w 226694"/>
                <a:gd name="connsiteY297" fmla="*/ 80010 h 102869"/>
                <a:gd name="connsiteX298" fmla="*/ 116205 w 226694"/>
                <a:gd name="connsiteY298" fmla="*/ 79057 h 102869"/>
                <a:gd name="connsiteX299" fmla="*/ 122873 w 226694"/>
                <a:gd name="connsiteY299" fmla="*/ 78105 h 102869"/>
                <a:gd name="connsiteX300" fmla="*/ 120015 w 226694"/>
                <a:gd name="connsiteY300" fmla="*/ 77152 h 102869"/>
                <a:gd name="connsiteX301" fmla="*/ 113348 w 226694"/>
                <a:gd name="connsiteY301" fmla="*/ 78105 h 102869"/>
                <a:gd name="connsiteX302" fmla="*/ 113348 w 226694"/>
                <a:gd name="connsiteY302" fmla="*/ 77152 h 102869"/>
                <a:gd name="connsiteX303" fmla="*/ 111443 w 226694"/>
                <a:gd name="connsiteY303" fmla="*/ 78105 h 102869"/>
                <a:gd name="connsiteX304" fmla="*/ 113348 w 226694"/>
                <a:gd name="connsiteY304" fmla="*/ 76200 h 102869"/>
                <a:gd name="connsiteX305" fmla="*/ 107632 w 226694"/>
                <a:gd name="connsiteY305" fmla="*/ 75247 h 102869"/>
                <a:gd name="connsiteX306" fmla="*/ 109538 w 226694"/>
                <a:gd name="connsiteY306" fmla="*/ 78105 h 102869"/>
                <a:gd name="connsiteX307" fmla="*/ 101918 w 226694"/>
                <a:gd name="connsiteY307" fmla="*/ 74295 h 102869"/>
                <a:gd name="connsiteX308" fmla="*/ 103823 w 226694"/>
                <a:gd name="connsiteY308" fmla="*/ 76200 h 102869"/>
                <a:gd name="connsiteX309" fmla="*/ 100965 w 226694"/>
                <a:gd name="connsiteY309" fmla="*/ 74295 h 102869"/>
                <a:gd name="connsiteX310" fmla="*/ 100013 w 226694"/>
                <a:gd name="connsiteY310" fmla="*/ 76200 h 102869"/>
                <a:gd name="connsiteX311" fmla="*/ 96203 w 226694"/>
                <a:gd name="connsiteY311" fmla="*/ 77152 h 102869"/>
                <a:gd name="connsiteX312" fmla="*/ 96203 w 226694"/>
                <a:gd name="connsiteY312" fmla="*/ 76200 h 102869"/>
                <a:gd name="connsiteX313" fmla="*/ 91440 w 226694"/>
                <a:gd name="connsiteY313" fmla="*/ 77152 h 102869"/>
                <a:gd name="connsiteX314" fmla="*/ 93345 w 226694"/>
                <a:gd name="connsiteY314" fmla="*/ 75247 h 102869"/>
                <a:gd name="connsiteX315" fmla="*/ 91440 w 226694"/>
                <a:gd name="connsiteY315" fmla="*/ 75247 h 102869"/>
                <a:gd name="connsiteX316" fmla="*/ 92393 w 226694"/>
                <a:gd name="connsiteY316" fmla="*/ 74295 h 102869"/>
                <a:gd name="connsiteX317" fmla="*/ 87630 w 226694"/>
                <a:gd name="connsiteY317" fmla="*/ 74295 h 102869"/>
                <a:gd name="connsiteX318" fmla="*/ 84773 w 226694"/>
                <a:gd name="connsiteY318" fmla="*/ 76200 h 102869"/>
                <a:gd name="connsiteX319" fmla="*/ 82868 w 226694"/>
                <a:gd name="connsiteY319" fmla="*/ 75247 h 102869"/>
                <a:gd name="connsiteX320" fmla="*/ 85725 w 226694"/>
                <a:gd name="connsiteY320" fmla="*/ 75247 h 102869"/>
                <a:gd name="connsiteX321" fmla="*/ 86678 w 226694"/>
                <a:gd name="connsiteY321" fmla="*/ 74295 h 102869"/>
                <a:gd name="connsiteX322" fmla="*/ 81915 w 226694"/>
                <a:gd name="connsiteY322" fmla="*/ 73343 h 102869"/>
                <a:gd name="connsiteX323" fmla="*/ 82868 w 226694"/>
                <a:gd name="connsiteY323" fmla="*/ 73343 h 102869"/>
                <a:gd name="connsiteX324" fmla="*/ 79057 w 226694"/>
                <a:gd name="connsiteY324" fmla="*/ 74295 h 102869"/>
                <a:gd name="connsiteX325" fmla="*/ 80010 w 226694"/>
                <a:gd name="connsiteY325" fmla="*/ 73343 h 102869"/>
                <a:gd name="connsiteX326" fmla="*/ 77153 w 226694"/>
                <a:gd name="connsiteY326" fmla="*/ 74295 h 102869"/>
                <a:gd name="connsiteX327" fmla="*/ 79057 w 226694"/>
                <a:gd name="connsiteY327" fmla="*/ 72390 h 102869"/>
                <a:gd name="connsiteX328" fmla="*/ 75248 w 226694"/>
                <a:gd name="connsiteY328" fmla="*/ 73343 h 102869"/>
                <a:gd name="connsiteX329" fmla="*/ 74295 w 226694"/>
                <a:gd name="connsiteY329" fmla="*/ 71438 h 102869"/>
                <a:gd name="connsiteX330" fmla="*/ 66675 w 226694"/>
                <a:gd name="connsiteY330" fmla="*/ 71438 h 102869"/>
                <a:gd name="connsiteX331" fmla="*/ 65723 w 226694"/>
                <a:gd name="connsiteY331" fmla="*/ 71438 h 102869"/>
                <a:gd name="connsiteX332" fmla="*/ 58103 w 226694"/>
                <a:gd name="connsiteY332" fmla="*/ 70485 h 102869"/>
                <a:gd name="connsiteX333" fmla="*/ 57150 w 226694"/>
                <a:gd name="connsiteY333" fmla="*/ 68580 h 102869"/>
                <a:gd name="connsiteX334" fmla="*/ 56198 w 226694"/>
                <a:gd name="connsiteY334" fmla="*/ 71438 h 102869"/>
                <a:gd name="connsiteX335" fmla="*/ 56198 w 226694"/>
                <a:gd name="connsiteY335" fmla="*/ 69532 h 102869"/>
                <a:gd name="connsiteX336" fmla="*/ 53340 w 226694"/>
                <a:gd name="connsiteY336" fmla="*/ 70485 h 102869"/>
                <a:gd name="connsiteX337" fmla="*/ 53340 w 226694"/>
                <a:gd name="connsiteY337" fmla="*/ 66675 h 102869"/>
                <a:gd name="connsiteX338" fmla="*/ 41910 w 226694"/>
                <a:gd name="connsiteY338" fmla="*/ 65722 h 102869"/>
                <a:gd name="connsiteX339" fmla="*/ 43815 w 226694"/>
                <a:gd name="connsiteY339" fmla="*/ 65722 h 102869"/>
                <a:gd name="connsiteX340" fmla="*/ 41910 w 226694"/>
                <a:gd name="connsiteY340" fmla="*/ 65722 h 102869"/>
                <a:gd name="connsiteX341" fmla="*/ 40005 w 226694"/>
                <a:gd name="connsiteY341" fmla="*/ 66675 h 102869"/>
                <a:gd name="connsiteX342" fmla="*/ 41910 w 226694"/>
                <a:gd name="connsiteY342" fmla="*/ 65722 h 102869"/>
                <a:gd name="connsiteX343" fmla="*/ 62865 w 226694"/>
                <a:gd name="connsiteY343" fmla="*/ 52388 h 102869"/>
                <a:gd name="connsiteX344" fmla="*/ 60960 w 226694"/>
                <a:gd name="connsiteY344" fmla="*/ 53340 h 102869"/>
                <a:gd name="connsiteX345" fmla="*/ 62865 w 226694"/>
                <a:gd name="connsiteY345" fmla="*/ 52388 h 102869"/>
                <a:gd name="connsiteX346" fmla="*/ 172403 w 226694"/>
                <a:gd name="connsiteY346" fmla="*/ 22860 h 102869"/>
                <a:gd name="connsiteX347" fmla="*/ 172403 w 226694"/>
                <a:gd name="connsiteY347" fmla="*/ 22860 h 102869"/>
                <a:gd name="connsiteX348" fmla="*/ 172403 w 226694"/>
                <a:gd name="connsiteY348" fmla="*/ 22860 h 102869"/>
                <a:gd name="connsiteX349" fmla="*/ 173355 w 226694"/>
                <a:gd name="connsiteY349" fmla="*/ 24765 h 102869"/>
                <a:gd name="connsiteX350" fmla="*/ 173355 w 226694"/>
                <a:gd name="connsiteY350" fmla="*/ 24765 h 102869"/>
                <a:gd name="connsiteX351" fmla="*/ 172403 w 226694"/>
                <a:gd name="connsiteY351" fmla="*/ 23813 h 102869"/>
                <a:gd name="connsiteX352" fmla="*/ 173355 w 226694"/>
                <a:gd name="connsiteY352" fmla="*/ 24765 h 102869"/>
                <a:gd name="connsiteX353" fmla="*/ 127635 w 226694"/>
                <a:gd name="connsiteY353" fmla="*/ 89535 h 102869"/>
                <a:gd name="connsiteX354" fmla="*/ 127635 w 226694"/>
                <a:gd name="connsiteY354" fmla="*/ 89535 h 102869"/>
                <a:gd name="connsiteX355" fmla="*/ 127635 w 226694"/>
                <a:gd name="connsiteY355" fmla="*/ 89535 h 102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</a:cxnLst>
              <a:rect l="l" t="t" r="r" b="b"/>
              <a:pathLst>
                <a:path w="226694" h="102869">
                  <a:moveTo>
                    <a:pt x="53340" y="66675"/>
                  </a:moveTo>
                  <a:cubicBezTo>
                    <a:pt x="53340" y="66675"/>
                    <a:pt x="53340" y="65722"/>
                    <a:pt x="53340" y="65722"/>
                  </a:cubicBezTo>
                  <a:cubicBezTo>
                    <a:pt x="55245" y="64770"/>
                    <a:pt x="55245" y="64770"/>
                    <a:pt x="56198" y="63818"/>
                  </a:cubicBezTo>
                  <a:cubicBezTo>
                    <a:pt x="54293" y="65722"/>
                    <a:pt x="54293" y="65722"/>
                    <a:pt x="53340" y="65722"/>
                  </a:cubicBezTo>
                  <a:cubicBezTo>
                    <a:pt x="52388" y="65722"/>
                    <a:pt x="52388" y="65722"/>
                    <a:pt x="49530" y="67627"/>
                  </a:cubicBezTo>
                  <a:cubicBezTo>
                    <a:pt x="49530" y="67627"/>
                    <a:pt x="50482" y="67627"/>
                    <a:pt x="50482" y="66675"/>
                  </a:cubicBezTo>
                  <a:cubicBezTo>
                    <a:pt x="50482" y="66675"/>
                    <a:pt x="50482" y="66675"/>
                    <a:pt x="51435" y="66675"/>
                  </a:cubicBezTo>
                  <a:cubicBezTo>
                    <a:pt x="54293" y="65722"/>
                    <a:pt x="45720" y="68580"/>
                    <a:pt x="45720" y="67627"/>
                  </a:cubicBezTo>
                  <a:cubicBezTo>
                    <a:pt x="45720" y="67627"/>
                    <a:pt x="46673" y="66675"/>
                    <a:pt x="47625" y="66675"/>
                  </a:cubicBezTo>
                  <a:lnTo>
                    <a:pt x="44768" y="66675"/>
                  </a:lnTo>
                  <a:cubicBezTo>
                    <a:pt x="44768" y="66675"/>
                    <a:pt x="46673" y="65722"/>
                    <a:pt x="46673" y="66675"/>
                  </a:cubicBezTo>
                  <a:lnTo>
                    <a:pt x="44768" y="66675"/>
                  </a:lnTo>
                  <a:lnTo>
                    <a:pt x="44768" y="66675"/>
                  </a:lnTo>
                  <a:cubicBezTo>
                    <a:pt x="42863" y="66675"/>
                    <a:pt x="40005" y="67627"/>
                    <a:pt x="38100" y="67627"/>
                  </a:cubicBezTo>
                  <a:cubicBezTo>
                    <a:pt x="39053" y="67627"/>
                    <a:pt x="40005" y="67627"/>
                    <a:pt x="40957" y="67627"/>
                  </a:cubicBezTo>
                  <a:lnTo>
                    <a:pt x="37148" y="67627"/>
                  </a:lnTo>
                  <a:cubicBezTo>
                    <a:pt x="40005" y="66675"/>
                    <a:pt x="43815" y="66675"/>
                    <a:pt x="43815" y="66675"/>
                  </a:cubicBezTo>
                  <a:cubicBezTo>
                    <a:pt x="53340" y="64770"/>
                    <a:pt x="41910" y="66675"/>
                    <a:pt x="44768" y="65722"/>
                  </a:cubicBezTo>
                  <a:cubicBezTo>
                    <a:pt x="44768" y="65722"/>
                    <a:pt x="45720" y="65722"/>
                    <a:pt x="46673" y="65722"/>
                  </a:cubicBezTo>
                  <a:lnTo>
                    <a:pt x="46673" y="65722"/>
                  </a:lnTo>
                  <a:lnTo>
                    <a:pt x="47625" y="65722"/>
                  </a:lnTo>
                  <a:cubicBezTo>
                    <a:pt x="49530" y="65722"/>
                    <a:pt x="50482" y="64770"/>
                    <a:pt x="51435" y="64770"/>
                  </a:cubicBezTo>
                  <a:cubicBezTo>
                    <a:pt x="53340" y="64770"/>
                    <a:pt x="53340" y="64770"/>
                    <a:pt x="56198" y="63818"/>
                  </a:cubicBezTo>
                  <a:cubicBezTo>
                    <a:pt x="54293" y="63818"/>
                    <a:pt x="44768" y="65722"/>
                    <a:pt x="41910" y="65722"/>
                  </a:cubicBezTo>
                  <a:cubicBezTo>
                    <a:pt x="42863" y="65722"/>
                    <a:pt x="43815" y="65722"/>
                    <a:pt x="41910" y="65722"/>
                  </a:cubicBezTo>
                  <a:cubicBezTo>
                    <a:pt x="45720" y="65722"/>
                    <a:pt x="45720" y="64770"/>
                    <a:pt x="45720" y="64770"/>
                  </a:cubicBezTo>
                  <a:lnTo>
                    <a:pt x="50482" y="64770"/>
                  </a:lnTo>
                  <a:cubicBezTo>
                    <a:pt x="48578" y="64770"/>
                    <a:pt x="46673" y="64770"/>
                    <a:pt x="44768" y="64770"/>
                  </a:cubicBezTo>
                  <a:cubicBezTo>
                    <a:pt x="45720" y="64770"/>
                    <a:pt x="49530" y="64770"/>
                    <a:pt x="52388" y="63818"/>
                  </a:cubicBezTo>
                  <a:cubicBezTo>
                    <a:pt x="53340" y="63818"/>
                    <a:pt x="46673" y="63818"/>
                    <a:pt x="46673" y="63818"/>
                  </a:cubicBezTo>
                  <a:cubicBezTo>
                    <a:pt x="49530" y="63818"/>
                    <a:pt x="47625" y="62865"/>
                    <a:pt x="47625" y="61913"/>
                  </a:cubicBezTo>
                  <a:cubicBezTo>
                    <a:pt x="49530" y="61913"/>
                    <a:pt x="49530" y="61913"/>
                    <a:pt x="50482" y="61913"/>
                  </a:cubicBezTo>
                  <a:cubicBezTo>
                    <a:pt x="49530" y="61913"/>
                    <a:pt x="49530" y="61913"/>
                    <a:pt x="48578" y="60960"/>
                  </a:cubicBezTo>
                  <a:cubicBezTo>
                    <a:pt x="48578" y="60960"/>
                    <a:pt x="49530" y="60960"/>
                    <a:pt x="49530" y="60960"/>
                  </a:cubicBezTo>
                  <a:cubicBezTo>
                    <a:pt x="49530" y="60960"/>
                    <a:pt x="46673" y="60007"/>
                    <a:pt x="47625" y="60007"/>
                  </a:cubicBezTo>
                  <a:cubicBezTo>
                    <a:pt x="46673" y="59055"/>
                    <a:pt x="48578" y="59055"/>
                    <a:pt x="49530" y="60007"/>
                  </a:cubicBezTo>
                  <a:cubicBezTo>
                    <a:pt x="51435" y="60007"/>
                    <a:pt x="52388" y="60007"/>
                    <a:pt x="51435" y="59055"/>
                  </a:cubicBezTo>
                  <a:cubicBezTo>
                    <a:pt x="52388" y="59055"/>
                    <a:pt x="52388" y="60007"/>
                    <a:pt x="52388" y="60007"/>
                  </a:cubicBezTo>
                  <a:cubicBezTo>
                    <a:pt x="52388" y="59055"/>
                    <a:pt x="52388" y="59055"/>
                    <a:pt x="52388" y="58102"/>
                  </a:cubicBezTo>
                  <a:cubicBezTo>
                    <a:pt x="52388" y="58102"/>
                    <a:pt x="52388" y="57150"/>
                    <a:pt x="53340" y="56197"/>
                  </a:cubicBezTo>
                  <a:lnTo>
                    <a:pt x="56198" y="56197"/>
                  </a:lnTo>
                  <a:cubicBezTo>
                    <a:pt x="54293" y="56197"/>
                    <a:pt x="55245" y="53340"/>
                    <a:pt x="57150" y="51435"/>
                  </a:cubicBezTo>
                  <a:cubicBezTo>
                    <a:pt x="56198" y="51435"/>
                    <a:pt x="55245" y="50482"/>
                    <a:pt x="55245" y="50482"/>
                  </a:cubicBezTo>
                  <a:lnTo>
                    <a:pt x="58103" y="48577"/>
                  </a:lnTo>
                  <a:cubicBezTo>
                    <a:pt x="58103" y="48577"/>
                    <a:pt x="58103" y="49530"/>
                    <a:pt x="58103" y="50482"/>
                  </a:cubicBezTo>
                  <a:lnTo>
                    <a:pt x="58103" y="49530"/>
                  </a:lnTo>
                  <a:cubicBezTo>
                    <a:pt x="59055" y="49530"/>
                    <a:pt x="59055" y="50482"/>
                    <a:pt x="59055" y="52388"/>
                  </a:cubicBezTo>
                  <a:cubicBezTo>
                    <a:pt x="59055" y="52388"/>
                    <a:pt x="58103" y="52388"/>
                    <a:pt x="57150" y="51435"/>
                  </a:cubicBezTo>
                  <a:cubicBezTo>
                    <a:pt x="57150" y="52388"/>
                    <a:pt x="57150" y="54293"/>
                    <a:pt x="57150" y="55245"/>
                  </a:cubicBezTo>
                  <a:cubicBezTo>
                    <a:pt x="57150" y="55245"/>
                    <a:pt x="57150" y="54293"/>
                    <a:pt x="58103" y="54293"/>
                  </a:cubicBezTo>
                  <a:cubicBezTo>
                    <a:pt x="58103" y="54293"/>
                    <a:pt x="58103" y="55245"/>
                    <a:pt x="58103" y="55245"/>
                  </a:cubicBezTo>
                  <a:cubicBezTo>
                    <a:pt x="58103" y="55245"/>
                    <a:pt x="58103" y="55245"/>
                    <a:pt x="59055" y="54293"/>
                  </a:cubicBezTo>
                  <a:lnTo>
                    <a:pt x="60960" y="56197"/>
                  </a:lnTo>
                  <a:lnTo>
                    <a:pt x="60960" y="55245"/>
                  </a:lnTo>
                  <a:lnTo>
                    <a:pt x="64770" y="54293"/>
                  </a:lnTo>
                  <a:cubicBezTo>
                    <a:pt x="66675" y="51435"/>
                    <a:pt x="67628" y="47625"/>
                    <a:pt x="71438" y="44768"/>
                  </a:cubicBezTo>
                  <a:cubicBezTo>
                    <a:pt x="71438" y="46672"/>
                    <a:pt x="72390" y="46672"/>
                    <a:pt x="72390" y="48577"/>
                  </a:cubicBezTo>
                  <a:cubicBezTo>
                    <a:pt x="70485" y="47625"/>
                    <a:pt x="69532" y="50482"/>
                    <a:pt x="66675" y="51435"/>
                  </a:cubicBezTo>
                  <a:cubicBezTo>
                    <a:pt x="67628" y="51435"/>
                    <a:pt x="67628" y="52388"/>
                    <a:pt x="67628" y="52388"/>
                  </a:cubicBezTo>
                  <a:lnTo>
                    <a:pt x="70485" y="49530"/>
                  </a:lnTo>
                  <a:cubicBezTo>
                    <a:pt x="71438" y="50482"/>
                    <a:pt x="71438" y="50482"/>
                    <a:pt x="73343" y="50482"/>
                  </a:cubicBezTo>
                  <a:cubicBezTo>
                    <a:pt x="71438" y="48577"/>
                    <a:pt x="75248" y="47625"/>
                    <a:pt x="77153" y="45720"/>
                  </a:cubicBezTo>
                  <a:cubicBezTo>
                    <a:pt x="78105" y="46672"/>
                    <a:pt x="78105" y="47625"/>
                    <a:pt x="75248" y="48577"/>
                  </a:cubicBezTo>
                  <a:cubicBezTo>
                    <a:pt x="78105" y="49530"/>
                    <a:pt x="76200" y="44768"/>
                    <a:pt x="79057" y="44768"/>
                  </a:cubicBezTo>
                  <a:cubicBezTo>
                    <a:pt x="79057" y="44768"/>
                    <a:pt x="78105" y="44768"/>
                    <a:pt x="78105" y="45720"/>
                  </a:cubicBezTo>
                  <a:cubicBezTo>
                    <a:pt x="79057" y="44768"/>
                    <a:pt x="81915" y="43815"/>
                    <a:pt x="81915" y="44768"/>
                  </a:cubicBezTo>
                  <a:lnTo>
                    <a:pt x="81915" y="44768"/>
                  </a:lnTo>
                  <a:cubicBezTo>
                    <a:pt x="84773" y="43815"/>
                    <a:pt x="91440" y="40005"/>
                    <a:pt x="90488" y="38100"/>
                  </a:cubicBezTo>
                  <a:cubicBezTo>
                    <a:pt x="90488" y="38100"/>
                    <a:pt x="91440" y="40957"/>
                    <a:pt x="91440" y="40957"/>
                  </a:cubicBezTo>
                  <a:lnTo>
                    <a:pt x="93345" y="31432"/>
                  </a:lnTo>
                  <a:cubicBezTo>
                    <a:pt x="93345" y="33338"/>
                    <a:pt x="97155" y="37147"/>
                    <a:pt x="95250" y="39052"/>
                  </a:cubicBezTo>
                  <a:cubicBezTo>
                    <a:pt x="96203" y="39052"/>
                    <a:pt x="97155" y="39052"/>
                    <a:pt x="98107" y="37147"/>
                  </a:cubicBezTo>
                  <a:cubicBezTo>
                    <a:pt x="97155" y="37147"/>
                    <a:pt x="95250" y="35243"/>
                    <a:pt x="96203" y="34290"/>
                  </a:cubicBezTo>
                  <a:cubicBezTo>
                    <a:pt x="99060" y="35243"/>
                    <a:pt x="98107" y="34290"/>
                    <a:pt x="100965" y="35243"/>
                  </a:cubicBezTo>
                  <a:cubicBezTo>
                    <a:pt x="100013" y="35243"/>
                    <a:pt x="100013" y="32385"/>
                    <a:pt x="100965" y="31432"/>
                  </a:cubicBezTo>
                  <a:cubicBezTo>
                    <a:pt x="100965" y="32385"/>
                    <a:pt x="101918" y="34290"/>
                    <a:pt x="101918" y="34290"/>
                  </a:cubicBezTo>
                  <a:lnTo>
                    <a:pt x="103823" y="30480"/>
                  </a:lnTo>
                  <a:cubicBezTo>
                    <a:pt x="102870" y="31432"/>
                    <a:pt x="104775" y="33338"/>
                    <a:pt x="105728" y="33338"/>
                  </a:cubicBezTo>
                  <a:cubicBezTo>
                    <a:pt x="104775" y="33338"/>
                    <a:pt x="108585" y="32385"/>
                    <a:pt x="108585" y="31432"/>
                  </a:cubicBezTo>
                  <a:lnTo>
                    <a:pt x="106680" y="31432"/>
                  </a:lnTo>
                  <a:cubicBezTo>
                    <a:pt x="110490" y="30480"/>
                    <a:pt x="108585" y="25718"/>
                    <a:pt x="111443" y="24765"/>
                  </a:cubicBezTo>
                  <a:cubicBezTo>
                    <a:pt x="111443" y="25718"/>
                    <a:pt x="112395" y="28575"/>
                    <a:pt x="114300" y="28575"/>
                  </a:cubicBezTo>
                  <a:cubicBezTo>
                    <a:pt x="114300" y="26670"/>
                    <a:pt x="114300" y="20002"/>
                    <a:pt x="117157" y="18097"/>
                  </a:cubicBezTo>
                  <a:lnTo>
                    <a:pt x="118110" y="19050"/>
                  </a:lnTo>
                  <a:lnTo>
                    <a:pt x="120015" y="17145"/>
                  </a:lnTo>
                  <a:cubicBezTo>
                    <a:pt x="120015" y="20002"/>
                    <a:pt x="118110" y="26670"/>
                    <a:pt x="116205" y="28575"/>
                  </a:cubicBezTo>
                  <a:cubicBezTo>
                    <a:pt x="118110" y="28575"/>
                    <a:pt x="117157" y="29527"/>
                    <a:pt x="119063" y="28575"/>
                  </a:cubicBezTo>
                  <a:cubicBezTo>
                    <a:pt x="120015" y="28575"/>
                    <a:pt x="118110" y="30480"/>
                    <a:pt x="118110" y="30480"/>
                  </a:cubicBezTo>
                  <a:lnTo>
                    <a:pt x="122873" y="28575"/>
                  </a:lnTo>
                  <a:cubicBezTo>
                    <a:pt x="121920" y="26670"/>
                    <a:pt x="125730" y="25718"/>
                    <a:pt x="124778" y="23813"/>
                  </a:cubicBezTo>
                  <a:lnTo>
                    <a:pt x="120968" y="27622"/>
                  </a:lnTo>
                  <a:cubicBezTo>
                    <a:pt x="120015" y="25718"/>
                    <a:pt x="121920" y="21907"/>
                    <a:pt x="124778" y="20955"/>
                  </a:cubicBezTo>
                  <a:cubicBezTo>
                    <a:pt x="125730" y="20955"/>
                    <a:pt x="125730" y="23813"/>
                    <a:pt x="125730" y="24765"/>
                  </a:cubicBezTo>
                  <a:cubicBezTo>
                    <a:pt x="125730" y="23813"/>
                    <a:pt x="128588" y="21907"/>
                    <a:pt x="128588" y="22860"/>
                  </a:cubicBezTo>
                  <a:lnTo>
                    <a:pt x="130493" y="24765"/>
                  </a:lnTo>
                  <a:cubicBezTo>
                    <a:pt x="132398" y="24765"/>
                    <a:pt x="132398" y="20955"/>
                    <a:pt x="135255" y="21907"/>
                  </a:cubicBezTo>
                  <a:cubicBezTo>
                    <a:pt x="136208" y="21907"/>
                    <a:pt x="138113" y="22860"/>
                    <a:pt x="138113" y="21907"/>
                  </a:cubicBezTo>
                  <a:cubicBezTo>
                    <a:pt x="136208" y="20955"/>
                    <a:pt x="133350" y="15240"/>
                    <a:pt x="133350" y="13335"/>
                  </a:cubicBezTo>
                  <a:cubicBezTo>
                    <a:pt x="133350" y="13335"/>
                    <a:pt x="138113" y="13335"/>
                    <a:pt x="139065" y="14288"/>
                  </a:cubicBezTo>
                  <a:cubicBezTo>
                    <a:pt x="140970" y="15240"/>
                    <a:pt x="139065" y="19050"/>
                    <a:pt x="140970" y="19050"/>
                  </a:cubicBezTo>
                  <a:cubicBezTo>
                    <a:pt x="140970" y="19050"/>
                    <a:pt x="140970" y="18097"/>
                    <a:pt x="140970" y="17145"/>
                  </a:cubicBezTo>
                  <a:cubicBezTo>
                    <a:pt x="141923" y="17145"/>
                    <a:pt x="140970" y="19050"/>
                    <a:pt x="142875" y="18097"/>
                  </a:cubicBezTo>
                  <a:cubicBezTo>
                    <a:pt x="141923" y="16193"/>
                    <a:pt x="146685" y="17145"/>
                    <a:pt x="142875" y="16193"/>
                  </a:cubicBezTo>
                  <a:cubicBezTo>
                    <a:pt x="143828" y="15240"/>
                    <a:pt x="144780" y="16193"/>
                    <a:pt x="146685" y="15240"/>
                  </a:cubicBezTo>
                  <a:cubicBezTo>
                    <a:pt x="145733" y="14288"/>
                    <a:pt x="146685" y="10477"/>
                    <a:pt x="148590" y="9525"/>
                  </a:cubicBezTo>
                  <a:cubicBezTo>
                    <a:pt x="148590" y="10477"/>
                    <a:pt x="148590" y="10477"/>
                    <a:pt x="149543" y="10477"/>
                  </a:cubicBezTo>
                  <a:cubicBezTo>
                    <a:pt x="150495" y="9525"/>
                    <a:pt x="151448" y="9525"/>
                    <a:pt x="152400" y="9525"/>
                  </a:cubicBezTo>
                  <a:cubicBezTo>
                    <a:pt x="153353" y="11430"/>
                    <a:pt x="154305" y="12382"/>
                    <a:pt x="155258" y="14288"/>
                  </a:cubicBezTo>
                  <a:cubicBezTo>
                    <a:pt x="155258" y="15240"/>
                    <a:pt x="155258" y="16193"/>
                    <a:pt x="154305" y="16193"/>
                  </a:cubicBezTo>
                  <a:cubicBezTo>
                    <a:pt x="154305" y="16193"/>
                    <a:pt x="155258" y="16193"/>
                    <a:pt x="156210" y="17145"/>
                  </a:cubicBezTo>
                  <a:cubicBezTo>
                    <a:pt x="156210" y="20002"/>
                    <a:pt x="154305" y="15240"/>
                    <a:pt x="154305" y="18097"/>
                  </a:cubicBezTo>
                  <a:cubicBezTo>
                    <a:pt x="155258" y="17145"/>
                    <a:pt x="157163" y="19050"/>
                    <a:pt x="158115" y="20002"/>
                  </a:cubicBezTo>
                  <a:cubicBezTo>
                    <a:pt x="159068" y="19050"/>
                    <a:pt x="156210" y="17145"/>
                    <a:pt x="155258" y="16193"/>
                  </a:cubicBezTo>
                  <a:cubicBezTo>
                    <a:pt x="157163" y="14288"/>
                    <a:pt x="160020" y="15240"/>
                    <a:pt x="163830" y="17145"/>
                  </a:cubicBezTo>
                  <a:cubicBezTo>
                    <a:pt x="165735" y="19050"/>
                    <a:pt x="163830" y="19050"/>
                    <a:pt x="163830" y="19050"/>
                  </a:cubicBezTo>
                  <a:cubicBezTo>
                    <a:pt x="166688" y="23813"/>
                    <a:pt x="169545" y="20002"/>
                    <a:pt x="171450" y="24765"/>
                  </a:cubicBezTo>
                  <a:cubicBezTo>
                    <a:pt x="171450" y="26670"/>
                    <a:pt x="169545" y="26670"/>
                    <a:pt x="168593" y="27622"/>
                  </a:cubicBezTo>
                  <a:cubicBezTo>
                    <a:pt x="166688" y="26670"/>
                    <a:pt x="166688" y="24765"/>
                    <a:pt x="165735" y="22860"/>
                  </a:cubicBezTo>
                  <a:lnTo>
                    <a:pt x="166688" y="24765"/>
                  </a:lnTo>
                  <a:cubicBezTo>
                    <a:pt x="165735" y="24765"/>
                    <a:pt x="164783" y="23813"/>
                    <a:pt x="164783" y="22860"/>
                  </a:cubicBezTo>
                  <a:cubicBezTo>
                    <a:pt x="164783" y="24765"/>
                    <a:pt x="170497" y="29527"/>
                    <a:pt x="171450" y="33338"/>
                  </a:cubicBezTo>
                  <a:cubicBezTo>
                    <a:pt x="172403" y="33338"/>
                    <a:pt x="173355" y="34290"/>
                    <a:pt x="173355" y="33338"/>
                  </a:cubicBezTo>
                  <a:lnTo>
                    <a:pt x="172403" y="32385"/>
                  </a:lnTo>
                  <a:cubicBezTo>
                    <a:pt x="172403" y="30480"/>
                    <a:pt x="175260" y="33338"/>
                    <a:pt x="174308" y="31432"/>
                  </a:cubicBezTo>
                  <a:cubicBezTo>
                    <a:pt x="176213" y="32385"/>
                    <a:pt x="178118" y="33338"/>
                    <a:pt x="179070" y="35243"/>
                  </a:cubicBezTo>
                  <a:lnTo>
                    <a:pt x="178118" y="36195"/>
                  </a:lnTo>
                  <a:cubicBezTo>
                    <a:pt x="178118" y="36195"/>
                    <a:pt x="178118" y="34290"/>
                    <a:pt x="177165" y="34290"/>
                  </a:cubicBezTo>
                  <a:cubicBezTo>
                    <a:pt x="178118" y="34290"/>
                    <a:pt x="178118" y="39052"/>
                    <a:pt x="180022" y="38100"/>
                  </a:cubicBezTo>
                  <a:lnTo>
                    <a:pt x="180022" y="36195"/>
                  </a:lnTo>
                  <a:cubicBezTo>
                    <a:pt x="181928" y="37147"/>
                    <a:pt x="184785" y="37147"/>
                    <a:pt x="185738" y="40005"/>
                  </a:cubicBezTo>
                  <a:cubicBezTo>
                    <a:pt x="186690" y="38100"/>
                    <a:pt x="185738" y="40005"/>
                    <a:pt x="185738" y="37147"/>
                  </a:cubicBezTo>
                  <a:cubicBezTo>
                    <a:pt x="184785" y="40005"/>
                    <a:pt x="181928" y="32385"/>
                    <a:pt x="181928" y="36195"/>
                  </a:cubicBezTo>
                  <a:cubicBezTo>
                    <a:pt x="182880" y="33338"/>
                    <a:pt x="180975" y="33338"/>
                    <a:pt x="180975" y="30480"/>
                  </a:cubicBezTo>
                  <a:cubicBezTo>
                    <a:pt x="180975" y="30480"/>
                    <a:pt x="180975" y="31432"/>
                    <a:pt x="180022" y="30480"/>
                  </a:cubicBezTo>
                  <a:cubicBezTo>
                    <a:pt x="180022" y="30480"/>
                    <a:pt x="180022" y="30480"/>
                    <a:pt x="179070" y="30480"/>
                  </a:cubicBezTo>
                  <a:lnTo>
                    <a:pt x="179070" y="30480"/>
                  </a:lnTo>
                  <a:lnTo>
                    <a:pt x="179070" y="30480"/>
                  </a:lnTo>
                  <a:cubicBezTo>
                    <a:pt x="179070" y="30480"/>
                    <a:pt x="179070" y="30480"/>
                    <a:pt x="179070" y="30480"/>
                  </a:cubicBezTo>
                  <a:cubicBezTo>
                    <a:pt x="179070" y="31432"/>
                    <a:pt x="179070" y="31432"/>
                    <a:pt x="179070" y="31432"/>
                  </a:cubicBezTo>
                  <a:cubicBezTo>
                    <a:pt x="177165" y="31432"/>
                    <a:pt x="175260" y="29527"/>
                    <a:pt x="174308" y="28575"/>
                  </a:cubicBezTo>
                  <a:cubicBezTo>
                    <a:pt x="173355" y="27622"/>
                    <a:pt x="175260" y="28575"/>
                    <a:pt x="175260" y="27622"/>
                  </a:cubicBezTo>
                  <a:lnTo>
                    <a:pt x="173355" y="26670"/>
                  </a:lnTo>
                  <a:cubicBezTo>
                    <a:pt x="174308" y="25718"/>
                    <a:pt x="173355" y="22860"/>
                    <a:pt x="175260" y="24765"/>
                  </a:cubicBezTo>
                  <a:lnTo>
                    <a:pt x="174308" y="22860"/>
                  </a:lnTo>
                  <a:cubicBezTo>
                    <a:pt x="174308" y="20955"/>
                    <a:pt x="173355" y="20002"/>
                    <a:pt x="171450" y="19050"/>
                  </a:cubicBezTo>
                  <a:cubicBezTo>
                    <a:pt x="170497" y="18097"/>
                    <a:pt x="168593" y="18097"/>
                    <a:pt x="169545" y="18097"/>
                  </a:cubicBezTo>
                  <a:lnTo>
                    <a:pt x="167640" y="17145"/>
                  </a:lnTo>
                  <a:lnTo>
                    <a:pt x="167640" y="17145"/>
                  </a:lnTo>
                  <a:cubicBezTo>
                    <a:pt x="166688" y="16193"/>
                    <a:pt x="164783" y="14288"/>
                    <a:pt x="163830" y="13335"/>
                  </a:cubicBezTo>
                  <a:cubicBezTo>
                    <a:pt x="162878" y="12382"/>
                    <a:pt x="162878" y="12382"/>
                    <a:pt x="161925" y="11430"/>
                  </a:cubicBezTo>
                  <a:cubicBezTo>
                    <a:pt x="160973" y="10477"/>
                    <a:pt x="160020" y="8572"/>
                    <a:pt x="159068" y="6668"/>
                  </a:cubicBezTo>
                  <a:cubicBezTo>
                    <a:pt x="157163" y="5715"/>
                    <a:pt x="156210" y="4763"/>
                    <a:pt x="154305" y="1905"/>
                  </a:cubicBezTo>
                  <a:lnTo>
                    <a:pt x="154305" y="952"/>
                  </a:lnTo>
                  <a:lnTo>
                    <a:pt x="154305" y="0"/>
                  </a:lnTo>
                  <a:cubicBezTo>
                    <a:pt x="152400" y="1905"/>
                    <a:pt x="146685" y="1905"/>
                    <a:pt x="145733" y="3810"/>
                  </a:cubicBezTo>
                  <a:cubicBezTo>
                    <a:pt x="140970" y="2857"/>
                    <a:pt x="137160" y="6668"/>
                    <a:pt x="134303" y="7620"/>
                  </a:cubicBezTo>
                  <a:lnTo>
                    <a:pt x="135255" y="8572"/>
                  </a:lnTo>
                  <a:cubicBezTo>
                    <a:pt x="133350" y="9525"/>
                    <a:pt x="132398" y="10477"/>
                    <a:pt x="130493" y="11430"/>
                  </a:cubicBezTo>
                  <a:lnTo>
                    <a:pt x="131445" y="12382"/>
                  </a:lnTo>
                  <a:cubicBezTo>
                    <a:pt x="130493" y="14288"/>
                    <a:pt x="126682" y="13335"/>
                    <a:pt x="123825" y="15240"/>
                  </a:cubicBezTo>
                  <a:cubicBezTo>
                    <a:pt x="123825" y="14288"/>
                    <a:pt x="124778" y="14288"/>
                    <a:pt x="124778" y="14288"/>
                  </a:cubicBezTo>
                  <a:cubicBezTo>
                    <a:pt x="120015" y="13335"/>
                    <a:pt x="118110" y="19050"/>
                    <a:pt x="114300" y="19050"/>
                  </a:cubicBezTo>
                  <a:cubicBezTo>
                    <a:pt x="113348" y="20002"/>
                    <a:pt x="113348" y="20002"/>
                    <a:pt x="112395" y="20002"/>
                  </a:cubicBezTo>
                  <a:lnTo>
                    <a:pt x="112395" y="20002"/>
                  </a:lnTo>
                  <a:lnTo>
                    <a:pt x="112395" y="20002"/>
                  </a:lnTo>
                  <a:cubicBezTo>
                    <a:pt x="112395" y="20002"/>
                    <a:pt x="111443" y="20002"/>
                    <a:pt x="111443" y="20002"/>
                  </a:cubicBezTo>
                  <a:cubicBezTo>
                    <a:pt x="111443" y="20002"/>
                    <a:pt x="112395" y="20002"/>
                    <a:pt x="112395" y="20002"/>
                  </a:cubicBezTo>
                  <a:cubicBezTo>
                    <a:pt x="111443" y="20002"/>
                    <a:pt x="111443" y="20955"/>
                    <a:pt x="110490" y="21907"/>
                  </a:cubicBezTo>
                  <a:lnTo>
                    <a:pt x="109538" y="20955"/>
                  </a:lnTo>
                  <a:cubicBezTo>
                    <a:pt x="109538" y="20955"/>
                    <a:pt x="109538" y="20955"/>
                    <a:pt x="109538" y="20955"/>
                  </a:cubicBezTo>
                  <a:cubicBezTo>
                    <a:pt x="108585" y="20955"/>
                    <a:pt x="109538" y="21907"/>
                    <a:pt x="109538" y="22860"/>
                  </a:cubicBezTo>
                  <a:cubicBezTo>
                    <a:pt x="109538" y="22860"/>
                    <a:pt x="108585" y="23813"/>
                    <a:pt x="108585" y="23813"/>
                  </a:cubicBezTo>
                  <a:cubicBezTo>
                    <a:pt x="106680" y="21907"/>
                    <a:pt x="106680" y="25718"/>
                    <a:pt x="104775" y="23813"/>
                  </a:cubicBezTo>
                  <a:cubicBezTo>
                    <a:pt x="104775" y="24765"/>
                    <a:pt x="100965" y="26670"/>
                    <a:pt x="100965" y="28575"/>
                  </a:cubicBezTo>
                  <a:cubicBezTo>
                    <a:pt x="100965" y="28575"/>
                    <a:pt x="100965" y="28575"/>
                    <a:pt x="100965" y="27622"/>
                  </a:cubicBezTo>
                  <a:cubicBezTo>
                    <a:pt x="100013" y="27622"/>
                    <a:pt x="99060" y="27622"/>
                    <a:pt x="98107" y="28575"/>
                  </a:cubicBezTo>
                  <a:lnTo>
                    <a:pt x="97155" y="27622"/>
                  </a:lnTo>
                  <a:lnTo>
                    <a:pt x="96203" y="30480"/>
                  </a:lnTo>
                  <a:cubicBezTo>
                    <a:pt x="94298" y="30480"/>
                    <a:pt x="93345" y="29527"/>
                    <a:pt x="94298" y="28575"/>
                  </a:cubicBezTo>
                  <a:cubicBezTo>
                    <a:pt x="92393" y="31432"/>
                    <a:pt x="92393" y="30480"/>
                    <a:pt x="90488" y="33338"/>
                  </a:cubicBezTo>
                  <a:lnTo>
                    <a:pt x="90488" y="32385"/>
                  </a:lnTo>
                  <a:cubicBezTo>
                    <a:pt x="89535" y="32385"/>
                    <a:pt x="88582" y="35243"/>
                    <a:pt x="87630" y="34290"/>
                  </a:cubicBezTo>
                  <a:cubicBezTo>
                    <a:pt x="84773" y="33338"/>
                    <a:pt x="77153" y="39052"/>
                    <a:pt x="70485" y="40005"/>
                  </a:cubicBezTo>
                  <a:cubicBezTo>
                    <a:pt x="72390" y="41910"/>
                    <a:pt x="67628" y="40005"/>
                    <a:pt x="68580" y="41910"/>
                  </a:cubicBezTo>
                  <a:cubicBezTo>
                    <a:pt x="67628" y="40957"/>
                    <a:pt x="66675" y="40957"/>
                    <a:pt x="67628" y="40005"/>
                  </a:cubicBezTo>
                  <a:cubicBezTo>
                    <a:pt x="64770" y="41910"/>
                    <a:pt x="62865" y="40957"/>
                    <a:pt x="61913" y="43815"/>
                  </a:cubicBezTo>
                  <a:cubicBezTo>
                    <a:pt x="60960" y="42863"/>
                    <a:pt x="61913" y="42863"/>
                    <a:pt x="61913" y="41910"/>
                  </a:cubicBezTo>
                  <a:cubicBezTo>
                    <a:pt x="61913" y="41910"/>
                    <a:pt x="60960" y="42863"/>
                    <a:pt x="60960" y="42863"/>
                  </a:cubicBezTo>
                  <a:cubicBezTo>
                    <a:pt x="60960" y="42863"/>
                    <a:pt x="60960" y="41910"/>
                    <a:pt x="60960" y="41910"/>
                  </a:cubicBezTo>
                  <a:cubicBezTo>
                    <a:pt x="58103" y="42863"/>
                    <a:pt x="59055" y="45720"/>
                    <a:pt x="60007" y="47625"/>
                  </a:cubicBezTo>
                  <a:cubicBezTo>
                    <a:pt x="58103" y="47625"/>
                    <a:pt x="57150" y="47625"/>
                    <a:pt x="57150" y="49530"/>
                  </a:cubicBezTo>
                  <a:cubicBezTo>
                    <a:pt x="56198" y="49530"/>
                    <a:pt x="55245" y="48577"/>
                    <a:pt x="57150" y="47625"/>
                  </a:cubicBezTo>
                  <a:cubicBezTo>
                    <a:pt x="56198" y="47625"/>
                    <a:pt x="50482" y="49530"/>
                    <a:pt x="50482" y="51435"/>
                  </a:cubicBezTo>
                  <a:cubicBezTo>
                    <a:pt x="49530" y="51435"/>
                    <a:pt x="48578" y="52388"/>
                    <a:pt x="48578" y="52388"/>
                  </a:cubicBezTo>
                  <a:cubicBezTo>
                    <a:pt x="45720" y="53340"/>
                    <a:pt x="44768" y="53340"/>
                    <a:pt x="41910" y="55245"/>
                  </a:cubicBezTo>
                  <a:lnTo>
                    <a:pt x="42863" y="55245"/>
                  </a:lnTo>
                  <a:cubicBezTo>
                    <a:pt x="43815" y="57150"/>
                    <a:pt x="40957" y="56197"/>
                    <a:pt x="39053" y="58102"/>
                  </a:cubicBezTo>
                  <a:lnTo>
                    <a:pt x="39053" y="58102"/>
                  </a:lnTo>
                  <a:cubicBezTo>
                    <a:pt x="31432" y="60007"/>
                    <a:pt x="38100" y="59055"/>
                    <a:pt x="29528" y="60960"/>
                  </a:cubicBezTo>
                  <a:lnTo>
                    <a:pt x="32385" y="60960"/>
                  </a:lnTo>
                  <a:cubicBezTo>
                    <a:pt x="35243" y="60960"/>
                    <a:pt x="33338" y="61913"/>
                    <a:pt x="30480" y="61913"/>
                  </a:cubicBezTo>
                  <a:cubicBezTo>
                    <a:pt x="27623" y="62865"/>
                    <a:pt x="23813" y="62865"/>
                    <a:pt x="23813" y="63818"/>
                  </a:cubicBezTo>
                  <a:lnTo>
                    <a:pt x="26670" y="62865"/>
                  </a:lnTo>
                  <a:cubicBezTo>
                    <a:pt x="26670" y="62865"/>
                    <a:pt x="23813" y="63818"/>
                    <a:pt x="20003" y="64770"/>
                  </a:cubicBezTo>
                  <a:cubicBezTo>
                    <a:pt x="16193" y="65722"/>
                    <a:pt x="10478" y="66675"/>
                    <a:pt x="9525" y="66675"/>
                  </a:cubicBezTo>
                  <a:cubicBezTo>
                    <a:pt x="8573" y="66675"/>
                    <a:pt x="9525" y="66675"/>
                    <a:pt x="9525" y="65722"/>
                  </a:cubicBezTo>
                  <a:cubicBezTo>
                    <a:pt x="-952" y="68580"/>
                    <a:pt x="13335" y="65722"/>
                    <a:pt x="11430" y="67627"/>
                  </a:cubicBezTo>
                  <a:cubicBezTo>
                    <a:pt x="7620" y="68580"/>
                    <a:pt x="5715" y="67627"/>
                    <a:pt x="1905" y="69532"/>
                  </a:cubicBezTo>
                  <a:cubicBezTo>
                    <a:pt x="0" y="70485"/>
                    <a:pt x="0" y="70485"/>
                    <a:pt x="0" y="71438"/>
                  </a:cubicBezTo>
                  <a:cubicBezTo>
                    <a:pt x="3810" y="71438"/>
                    <a:pt x="7620" y="71438"/>
                    <a:pt x="6668" y="72390"/>
                  </a:cubicBezTo>
                  <a:cubicBezTo>
                    <a:pt x="7620" y="71438"/>
                    <a:pt x="9525" y="71438"/>
                    <a:pt x="13335" y="71438"/>
                  </a:cubicBezTo>
                  <a:cubicBezTo>
                    <a:pt x="16193" y="71438"/>
                    <a:pt x="13335" y="74295"/>
                    <a:pt x="21907" y="73343"/>
                  </a:cubicBezTo>
                  <a:cubicBezTo>
                    <a:pt x="21907" y="73343"/>
                    <a:pt x="21907" y="73343"/>
                    <a:pt x="20955" y="73343"/>
                  </a:cubicBezTo>
                  <a:cubicBezTo>
                    <a:pt x="24765" y="73343"/>
                    <a:pt x="30480" y="73343"/>
                    <a:pt x="33338" y="73343"/>
                  </a:cubicBezTo>
                  <a:cubicBezTo>
                    <a:pt x="29528" y="75247"/>
                    <a:pt x="34290" y="75247"/>
                    <a:pt x="38100" y="75247"/>
                  </a:cubicBezTo>
                  <a:cubicBezTo>
                    <a:pt x="41910" y="75247"/>
                    <a:pt x="44768" y="75247"/>
                    <a:pt x="42863" y="77152"/>
                  </a:cubicBezTo>
                  <a:lnTo>
                    <a:pt x="49530" y="78105"/>
                  </a:lnTo>
                  <a:lnTo>
                    <a:pt x="49530" y="78105"/>
                  </a:lnTo>
                  <a:cubicBezTo>
                    <a:pt x="53340" y="79057"/>
                    <a:pt x="56198" y="78105"/>
                    <a:pt x="57150" y="77152"/>
                  </a:cubicBezTo>
                  <a:cubicBezTo>
                    <a:pt x="58103" y="77152"/>
                    <a:pt x="57150" y="78105"/>
                    <a:pt x="57150" y="78105"/>
                  </a:cubicBezTo>
                  <a:cubicBezTo>
                    <a:pt x="60960" y="79057"/>
                    <a:pt x="61913" y="79057"/>
                    <a:pt x="65723" y="78105"/>
                  </a:cubicBezTo>
                  <a:lnTo>
                    <a:pt x="65723" y="79057"/>
                  </a:lnTo>
                  <a:cubicBezTo>
                    <a:pt x="66675" y="78105"/>
                    <a:pt x="71438" y="81915"/>
                    <a:pt x="76200" y="80963"/>
                  </a:cubicBezTo>
                  <a:cubicBezTo>
                    <a:pt x="76200" y="80963"/>
                    <a:pt x="76200" y="80963"/>
                    <a:pt x="75248" y="81915"/>
                  </a:cubicBezTo>
                  <a:cubicBezTo>
                    <a:pt x="80010" y="80963"/>
                    <a:pt x="85725" y="87630"/>
                    <a:pt x="88582" y="82868"/>
                  </a:cubicBezTo>
                  <a:lnTo>
                    <a:pt x="91440" y="81915"/>
                  </a:lnTo>
                  <a:cubicBezTo>
                    <a:pt x="87630" y="80963"/>
                    <a:pt x="92393" y="80010"/>
                    <a:pt x="90488" y="79057"/>
                  </a:cubicBezTo>
                  <a:cubicBezTo>
                    <a:pt x="92393" y="79057"/>
                    <a:pt x="94298" y="80963"/>
                    <a:pt x="92393" y="80963"/>
                  </a:cubicBezTo>
                  <a:lnTo>
                    <a:pt x="92393" y="80963"/>
                  </a:lnTo>
                  <a:cubicBezTo>
                    <a:pt x="91440" y="83820"/>
                    <a:pt x="97155" y="82868"/>
                    <a:pt x="97155" y="83820"/>
                  </a:cubicBezTo>
                  <a:cubicBezTo>
                    <a:pt x="104775" y="84772"/>
                    <a:pt x="112395" y="87630"/>
                    <a:pt x="120015" y="88582"/>
                  </a:cubicBezTo>
                  <a:lnTo>
                    <a:pt x="119063" y="86677"/>
                  </a:lnTo>
                  <a:lnTo>
                    <a:pt x="121920" y="86677"/>
                  </a:lnTo>
                  <a:cubicBezTo>
                    <a:pt x="122873" y="87630"/>
                    <a:pt x="122873" y="88582"/>
                    <a:pt x="120968" y="87630"/>
                  </a:cubicBezTo>
                  <a:cubicBezTo>
                    <a:pt x="121920" y="88582"/>
                    <a:pt x="123825" y="86677"/>
                    <a:pt x="123825" y="86677"/>
                  </a:cubicBezTo>
                  <a:cubicBezTo>
                    <a:pt x="127635" y="87630"/>
                    <a:pt x="121920" y="88582"/>
                    <a:pt x="122873" y="88582"/>
                  </a:cubicBezTo>
                  <a:lnTo>
                    <a:pt x="124778" y="88582"/>
                  </a:lnTo>
                  <a:lnTo>
                    <a:pt x="124778" y="88582"/>
                  </a:lnTo>
                  <a:cubicBezTo>
                    <a:pt x="125730" y="87630"/>
                    <a:pt x="126682" y="86677"/>
                    <a:pt x="128588" y="87630"/>
                  </a:cubicBezTo>
                  <a:cubicBezTo>
                    <a:pt x="129540" y="88582"/>
                    <a:pt x="129540" y="88582"/>
                    <a:pt x="129540" y="89535"/>
                  </a:cubicBezTo>
                  <a:cubicBezTo>
                    <a:pt x="129540" y="89535"/>
                    <a:pt x="129540" y="89535"/>
                    <a:pt x="130493" y="89535"/>
                  </a:cubicBezTo>
                  <a:lnTo>
                    <a:pt x="133350" y="90488"/>
                  </a:lnTo>
                  <a:lnTo>
                    <a:pt x="132398" y="88582"/>
                  </a:lnTo>
                  <a:cubicBezTo>
                    <a:pt x="134303" y="87630"/>
                    <a:pt x="135255" y="89535"/>
                    <a:pt x="134303" y="86677"/>
                  </a:cubicBezTo>
                  <a:cubicBezTo>
                    <a:pt x="136208" y="89535"/>
                    <a:pt x="145733" y="89535"/>
                    <a:pt x="147638" y="90488"/>
                  </a:cubicBezTo>
                  <a:cubicBezTo>
                    <a:pt x="149543" y="89535"/>
                    <a:pt x="151448" y="89535"/>
                    <a:pt x="154305" y="90488"/>
                  </a:cubicBezTo>
                  <a:cubicBezTo>
                    <a:pt x="153353" y="90488"/>
                    <a:pt x="153353" y="88582"/>
                    <a:pt x="155258" y="88582"/>
                  </a:cubicBezTo>
                  <a:cubicBezTo>
                    <a:pt x="154305" y="92393"/>
                    <a:pt x="159068" y="90488"/>
                    <a:pt x="160020" y="93345"/>
                  </a:cubicBezTo>
                  <a:cubicBezTo>
                    <a:pt x="159068" y="91440"/>
                    <a:pt x="165735" y="93345"/>
                    <a:pt x="163830" y="91440"/>
                  </a:cubicBezTo>
                  <a:cubicBezTo>
                    <a:pt x="165735" y="92393"/>
                    <a:pt x="163830" y="92393"/>
                    <a:pt x="164783" y="94297"/>
                  </a:cubicBezTo>
                  <a:cubicBezTo>
                    <a:pt x="169545" y="93345"/>
                    <a:pt x="174308" y="96202"/>
                    <a:pt x="179070" y="97155"/>
                  </a:cubicBezTo>
                  <a:cubicBezTo>
                    <a:pt x="179070" y="97155"/>
                    <a:pt x="178118" y="96202"/>
                    <a:pt x="180022" y="95250"/>
                  </a:cubicBezTo>
                  <a:lnTo>
                    <a:pt x="182880" y="98107"/>
                  </a:lnTo>
                  <a:cubicBezTo>
                    <a:pt x="183833" y="98107"/>
                    <a:pt x="183833" y="95250"/>
                    <a:pt x="185738" y="97155"/>
                  </a:cubicBezTo>
                  <a:cubicBezTo>
                    <a:pt x="185738" y="97155"/>
                    <a:pt x="184785" y="96202"/>
                    <a:pt x="185738" y="96202"/>
                  </a:cubicBezTo>
                  <a:cubicBezTo>
                    <a:pt x="195263" y="100013"/>
                    <a:pt x="206693" y="97155"/>
                    <a:pt x="216218" y="102870"/>
                  </a:cubicBezTo>
                  <a:cubicBezTo>
                    <a:pt x="215265" y="101918"/>
                    <a:pt x="216218" y="101918"/>
                    <a:pt x="217170" y="101918"/>
                  </a:cubicBezTo>
                  <a:cubicBezTo>
                    <a:pt x="216218" y="101918"/>
                    <a:pt x="217170" y="100965"/>
                    <a:pt x="217170" y="100013"/>
                  </a:cubicBezTo>
                  <a:lnTo>
                    <a:pt x="220980" y="101918"/>
                  </a:lnTo>
                  <a:cubicBezTo>
                    <a:pt x="221933" y="100013"/>
                    <a:pt x="225743" y="102870"/>
                    <a:pt x="226695" y="100965"/>
                  </a:cubicBezTo>
                  <a:lnTo>
                    <a:pt x="225743" y="100965"/>
                  </a:lnTo>
                  <a:cubicBezTo>
                    <a:pt x="227647" y="99060"/>
                    <a:pt x="223838" y="96202"/>
                    <a:pt x="224790" y="93345"/>
                  </a:cubicBezTo>
                  <a:cubicBezTo>
                    <a:pt x="222885" y="95250"/>
                    <a:pt x="220028" y="89535"/>
                    <a:pt x="216218" y="92393"/>
                  </a:cubicBezTo>
                  <a:cubicBezTo>
                    <a:pt x="215265" y="91440"/>
                    <a:pt x="217170" y="91440"/>
                    <a:pt x="216218" y="91440"/>
                  </a:cubicBezTo>
                  <a:cubicBezTo>
                    <a:pt x="215265" y="92393"/>
                    <a:pt x="214313" y="92393"/>
                    <a:pt x="212408" y="91440"/>
                  </a:cubicBezTo>
                  <a:lnTo>
                    <a:pt x="212408" y="91440"/>
                  </a:lnTo>
                  <a:cubicBezTo>
                    <a:pt x="206693" y="90488"/>
                    <a:pt x="204788" y="89535"/>
                    <a:pt x="199072" y="87630"/>
                  </a:cubicBezTo>
                  <a:lnTo>
                    <a:pt x="199072" y="88582"/>
                  </a:lnTo>
                  <a:cubicBezTo>
                    <a:pt x="198120" y="88582"/>
                    <a:pt x="197168" y="87630"/>
                    <a:pt x="197168" y="87630"/>
                  </a:cubicBezTo>
                  <a:cubicBezTo>
                    <a:pt x="195263" y="89535"/>
                    <a:pt x="200978" y="88582"/>
                    <a:pt x="199072" y="90488"/>
                  </a:cubicBezTo>
                  <a:cubicBezTo>
                    <a:pt x="198120" y="87630"/>
                    <a:pt x="190500" y="89535"/>
                    <a:pt x="189547" y="85725"/>
                  </a:cubicBezTo>
                  <a:cubicBezTo>
                    <a:pt x="187643" y="85725"/>
                    <a:pt x="189547" y="87630"/>
                    <a:pt x="187643" y="86677"/>
                  </a:cubicBezTo>
                  <a:lnTo>
                    <a:pt x="187643" y="85725"/>
                  </a:lnTo>
                  <a:lnTo>
                    <a:pt x="186690" y="86677"/>
                  </a:lnTo>
                  <a:cubicBezTo>
                    <a:pt x="185738" y="86677"/>
                    <a:pt x="184785" y="84772"/>
                    <a:pt x="184785" y="84772"/>
                  </a:cubicBezTo>
                  <a:cubicBezTo>
                    <a:pt x="184785" y="84772"/>
                    <a:pt x="185738" y="84772"/>
                    <a:pt x="185738" y="84772"/>
                  </a:cubicBezTo>
                  <a:cubicBezTo>
                    <a:pt x="183833" y="83820"/>
                    <a:pt x="180975" y="84772"/>
                    <a:pt x="180022" y="83820"/>
                  </a:cubicBezTo>
                  <a:lnTo>
                    <a:pt x="181928" y="84772"/>
                  </a:lnTo>
                  <a:cubicBezTo>
                    <a:pt x="176213" y="84772"/>
                    <a:pt x="170497" y="82868"/>
                    <a:pt x="164783" y="83820"/>
                  </a:cubicBezTo>
                  <a:lnTo>
                    <a:pt x="164783" y="84772"/>
                  </a:lnTo>
                  <a:cubicBezTo>
                    <a:pt x="159068" y="85725"/>
                    <a:pt x="160020" y="83820"/>
                    <a:pt x="155258" y="83820"/>
                  </a:cubicBezTo>
                  <a:lnTo>
                    <a:pt x="155258" y="83820"/>
                  </a:lnTo>
                  <a:cubicBezTo>
                    <a:pt x="154305" y="83820"/>
                    <a:pt x="153353" y="84772"/>
                    <a:pt x="151448" y="83820"/>
                  </a:cubicBezTo>
                  <a:cubicBezTo>
                    <a:pt x="152400" y="82868"/>
                    <a:pt x="149543" y="81915"/>
                    <a:pt x="151448" y="81915"/>
                  </a:cubicBezTo>
                  <a:cubicBezTo>
                    <a:pt x="146685" y="82868"/>
                    <a:pt x="149543" y="82868"/>
                    <a:pt x="145733" y="84772"/>
                  </a:cubicBezTo>
                  <a:lnTo>
                    <a:pt x="144780" y="83820"/>
                  </a:lnTo>
                  <a:cubicBezTo>
                    <a:pt x="143828" y="84772"/>
                    <a:pt x="143828" y="84772"/>
                    <a:pt x="140970" y="84772"/>
                  </a:cubicBezTo>
                  <a:cubicBezTo>
                    <a:pt x="142875" y="83820"/>
                    <a:pt x="140018" y="82868"/>
                    <a:pt x="141923" y="81915"/>
                  </a:cubicBezTo>
                  <a:cubicBezTo>
                    <a:pt x="138113" y="79057"/>
                    <a:pt x="135255" y="82868"/>
                    <a:pt x="133350" y="80010"/>
                  </a:cubicBezTo>
                  <a:cubicBezTo>
                    <a:pt x="130493" y="82868"/>
                    <a:pt x="137160" y="81915"/>
                    <a:pt x="136208" y="82868"/>
                  </a:cubicBezTo>
                  <a:cubicBezTo>
                    <a:pt x="137160" y="83820"/>
                    <a:pt x="134303" y="84772"/>
                    <a:pt x="132398" y="83820"/>
                  </a:cubicBezTo>
                  <a:cubicBezTo>
                    <a:pt x="130493" y="83820"/>
                    <a:pt x="130493" y="80010"/>
                    <a:pt x="126682" y="79057"/>
                  </a:cubicBezTo>
                  <a:cubicBezTo>
                    <a:pt x="126682" y="79057"/>
                    <a:pt x="126682" y="79057"/>
                    <a:pt x="127635" y="79057"/>
                  </a:cubicBezTo>
                  <a:cubicBezTo>
                    <a:pt x="126682" y="78105"/>
                    <a:pt x="124778" y="80010"/>
                    <a:pt x="122873" y="78105"/>
                  </a:cubicBezTo>
                  <a:cubicBezTo>
                    <a:pt x="121920" y="80010"/>
                    <a:pt x="120968" y="78105"/>
                    <a:pt x="120015" y="80010"/>
                  </a:cubicBezTo>
                  <a:lnTo>
                    <a:pt x="123825" y="80010"/>
                  </a:lnTo>
                  <a:cubicBezTo>
                    <a:pt x="121920" y="80010"/>
                    <a:pt x="120015" y="82868"/>
                    <a:pt x="117157" y="80963"/>
                  </a:cubicBezTo>
                  <a:cubicBezTo>
                    <a:pt x="117157" y="80963"/>
                    <a:pt x="118110" y="80010"/>
                    <a:pt x="119063" y="80010"/>
                  </a:cubicBezTo>
                  <a:cubicBezTo>
                    <a:pt x="118110" y="79057"/>
                    <a:pt x="117157" y="80010"/>
                    <a:pt x="116205" y="79057"/>
                  </a:cubicBezTo>
                  <a:cubicBezTo>
                    <a:pt x="117157" y="77152"/>
                    <a:pt x="120015" y="79057"/>
                    <a:pt x="122873" y="78105"/>
                  </a:cubicBezTo>
                  <a:cubicBezTo>
                    <a:pt x="121920" y="77152"/>
                    <a:pt x="119063" y="79057"/>
                    <a:pt x="120015" y="77152"/>
                  </a:cubicBezTo>
                  <a:cubicBezTo>
                    <a:pt x="118110" y="80010"/>
                    <a:pt x="116205" y="76200"/>
                    <a:pt x="113348" y="78105"/>
                  </a:cubicBezTo>
                  <a:lnTo>
                    <a:pt x="113348" y="77152"/>
                  </a:lnTo>
                  <a:cubicBezTo>
                    <a:pt x="113348" y="77152"/>
                    <a:pt x="112395" y="78105"/>
                    <a:pt x="111443" y="78105"/>
                  </a:cubicBezTo>
                  <a:lnTo>
                    <a:pt x="113348" y="76200"/>
                  </a:lnTo>
                  <a:cubicBezTo>
                    <a:pt x="111443" y="77152"/>
                    <a:pt x="109538" y="74295"/>
                    <a:pt x="107632" y="75247"/>
                  </a:cubicBezTo>
                  <a:cubicBezTo>
                    <a:pt x="111443" y="76200"/>
                    <a:pt x="108585" y="77152"/>
                    <a:pt x="109538" y="78105"/>
                  </a:cubicBezTo>
                  <a:cubicBezTo>
                    <a:pt x="104775" y="79057"/>
                    <a:pt x="106680" y="74295"/>
                    <a:pt x="101918" y="74295"/>
                  </a:cubicBezTo>
                  <a:cubicBezTo>
                    <a:pt x="102870" y="74295"/>
                    <a:pt x="104775" y="75247"/>
                    <a:pt x="103823" y="76200"/>
                  </a:cubicBezTo>
                  <a:cubicBezTo>
                    <a:pt x="102870" y="76200"/>
                    <a:pt x="101918" y="75247"/>
                    <a:pt x="100965" y="74295"/>
                  </a:cubicBezTo>
                  <a:cubicBezTo>
                    <a:pt x="97155" y="74295"/>
                    <a:pt x="100965" y="75247"/>
                    <a:pt x="100013" y="76200"/>
                  </a:cubicBezTo>
                  <a:cubicBezTo>
                    <a:pt x="99060" y="74295"/>
                    <a:pt x="98107" y="76200"/>
                    <a:pt x="96203" y="77152"/>
                  </a:cubicBezTo>
                  <a:lnTo>
                    <a:pt x="96203" y="76200"/>
                  </a:lnTo>
                  <a:cubicBezTo>
                    <a:pt x="92393" y="75247"/>
                    <a:pt x="94298" y="79057"/>
                    <a:pt x="91440" y="77152"/>
                  </a:cubicBezTo>
                  <a:lnTo>
                    <a:pt x="93345" y="75247"/>
                  </a:lnTo>
                  <a:lnTo>
                    <a:pt x="91440" y="75247"/>
                  </a:lnTo>
                  <a:lnTo>
                    <a:pt x="92393" y="74295"/>
                  </a:lnTo>
                  <a:cubicBezTo>
                    <a:pt x="90488" y="75247"/>
                    <a:pt x="89535" y="74295"/>
                    <a:pt x="87630" y="74295"/>
                  </a:cubicBezTo>
                  <a:cubicBezTo>
                    <a:pt x="87630" y="75247"/>
                    <a:pt x="86678" y="76200"/>
                    <a:pt x="84773" y="76200"/>
                  </a:cubicBezTo>
                  <a:cubicBezTo>
                    <a:pt x="83820" y="75247"/>
                    <a:pt x="85725" y="75247"/>
                    <a:pt x="82868" y="75247"/>
                  </a:cubicBezTo>
                  <a:cubicBezTo>
                    <a:pt x="83820" y="74295"/>
                    <a:pt x="84773" y="73343"/>
                    <a:pt x="85725" y="75247"/>
                  </a:cubicBezTo>
                  <a:cubicBezTo>
                    <a:pt x="85725" y="75247"/>
                    <a:pt x="86678" y="74295"/>
                    <a:pt x="86678" y="74295"/>
                  </a:cubicBezTo>
                  <a:cubicBezTo>
                    <a:pt x="85725" y="73343"/>
                    <a:pt x="82868" y="73343"/>
                    <a:pt x="81915" y="73343"/>
                  </a:cubicBezTo>
                  <a:cubicBezTo>
                    <a:pt x="81915" y="73343"/>
                    <a:pt x="82868" y="73343"/>
                    <a:pt x="82868" y="73343"/>
                  </a:cubicBezTo>
                  <a:lnTo>
                    <a:pt x="79057" y="74295"/>
                  </a:lnTo>
                  <a:cubicBezTo>
                    <a:pt x="78105" y="73343"/>
                    <a:pt x="79057" y="73343"/>
                    <a:pt x="80010" y="73343"/>
                  </a:cubicBezTo>
                  <a:cubicBezTo>
                    <a:pt x="79057" y="73343"/>
                    <a:pt x="79057" y="74295"/>
                    <a:pt x="77153" y="74295"/>
                  </a:cubicBezTo>
                  <a:cubicBezTo>
                    <a:pt x="77153" y="73343"/>
                    <a:pt x="78105" y="72390"/>
                    <a:pt x="79057" y="72390"/>
                  </a:cubicBezTo>
                  <a:lnTo>
                    <a:pt x="75248" y="73343"/>
                  </a:lnTo>
                  <a:cubicBezTo>
                    <a:pt x="75248" y="72390"/>
                    <a:pt x="73343" y="71438"/>
                    <a:pt x="74295" y="71438"/>
                  </a:cubicBezTo>
                  <a:cubicBezTo>
                    <a:pt x="72390" y="70485"/>
                    <a:pt x="68580" y="72390"/>
                    <a:pt x="66675" y="71438"/>
                  </a:cubicBezTo>
                  <a:cubicBezTo>
                    <a:pt x="66675" y="71438"/>
                    <a:pt x="66675" y="71438"/>
                    <a:pt x="65723" y="71438"/>
                  </a:cubicBezTo>
                  <a:cubicBezTo>
                    <a:pt x="62865" y="70485"/>
                    <a:pt x="60960" y="69532"/>
                    <a:pt x="58103" y="70485"/>
                  </a:cubicBezTo>
                  <a:cubicBezTo>
                    <a:pt x="58103" y="69532"/>
                    <a:pt x="57150" y="68580"/>
                    <a:pt x="57150" y="68580"/>
                  </a:cubicBezTo>
                  <a:cubicBezTo>
                    <a:pt x="56198" y="68580"/>
                    <a:pt x="57150" y="71438"/>
                    <a:pt x="56198" y="71438"/>
                  </a:cubicBezTo>
                  <a:cubicBezTo>
                    <a:pt x="54293" y="71438"/>
                    <a:pt x="56198" y="69532"/>
                    <a:pt x="56198" y="69532"/>
                  </a:cubicBezTo>
                  <a:cubicBezTo>
                    <a:pt x="55245" y="70485"/>
                    <a:pt x="52388" y="72390"/>
                    <a:pt x="53340" y="70485"/>
                  </a:cubicBezTo>
                  <a:cubicBezTo>
                    <a:pt x="53340" y="66675"/>
                    <a:pt x="53340" y="67627"/>
                    <a:pt x="53340" y="66675"/>
                  </a:cubicBezTo>
                  <a:close/>
                  <a:moveTo>
                    <a:pt x="41910" y="65722"/>
                  </a:moveTo>
                  <a:cubicBezTo>
                    <a:pt x="42863" y="65722"/>
                    <a:pt x="43815" y="65722"/>
                    <a:pt x="43815" y="65722"/>
                  </a:cubicBezTo>
                  <a:cubicBezTo>
                    <a:pt x="42863" y="65722"/>
                    <a:pt x="42863" y="65722"/>
                    <a:pt x="41910" y="65722"/>
                  </a:cubicBezTo>
                  <a:cubicBezTo>
                    <a:pt x="40957" y="65722"/>
                    <a:pt x="40957" y="65722"/>
                    <a:pt x="40005" y="66675"/>
                  </a:cubicBezTo>
                  <a:cubicBezTo>
                    <a:pt x="38100" y="66675"/>
                    <a:pt x="40005" y="65722"/>
                    <a:pt x="41910" y="65722"/>
                  </a:cubicBezTo>
                  <a:close/>
                  <a:moveTo>
                    <a:pt x="62865" y="52388"/>
                  </a:moveTo>
                  <a:cubicBezTo>
                    <a:pt x="62865" y="53340"/>
                    <a:pt x="61913" y="53340"/>
                    <a:pt x="60960" y="53340"/>
                  </a:cubicBezTo>
                  <a:cubicBezTo>
                    <a:pt x="61913" y="52388"/>
                    <a:pt x="61913" y="52388"/>
                    <a:pt x="62865" y="52388"/>
                  </a:cubicBezTo>
                  <a:close/>
                  <a:moveTo>
                    <a:pt x="172403" y="22860"/>
                  </a:moveTo>
                  <a:lnTo>
                    <a:pt x="172403" y="22860"/>
                  </a:lnTo>
                  <a:cubicBezTo>
                    <a:pt x="171450" y="21907"/>
                    <a:pt x="172403" y="21907"/>
                    <a:pt x="172403" y="22860"/>
                  </a:cubicBezTo>
                  <a:close/>
                  <a:moveTo>
                    <a:pt x="173355" y="24765"/>
                  </a:moveTo>
                  <a:cubicBezTo>
                    <a:pt x="174308" y="25718"/>
                    <a:pt x="174308" y="24765"/>
                    <a:pt x="173355" y="24765"/>
                  </a:cubicBezTo>
                  <a:cubicBezTo>
                    <a:pt x="173355" y="24765"/>
                    <a:pt x="173355" y="23813"/>
                    <a:pt x="172403" y="23813"/>
                  </a:cubicBezTo>
                  <a:cubicBezTo>
                    <a:pt x="172403" y="24765"/>
                    <a:pt x="172403" y="24765"/>
                    <a:pt x="173355" y="24765"/>
                  </a:cubicBezTo>
                  <a:close/>
                  <a:moveTo>
                    <a:pt x="127635" y="89535"/>
                  </a:moveTo>
                  <a:lnTo>
                    <a:pt x="127635" y="89535"/>
                  </a:lnTo>
                  <a:cubicBezTo>
                    <a:pt x="127635" y="88582"/>
                    <a:pt x="127635" y="89535"/>
                    <a:pt x="127635" y="895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6" name="任意多边形: 形状 155"/>
            <p:cNvSpPr/>
            <p:nvPr>
              <p:custDataLst>
                <p:tags r:id="rId164"/>
              </p:custDataLst>
            </p:nvPr>
          </p:nvSpPr>
          <p:spPr>
            <a:xfrm>
              <a:off x="1443037" y="4296727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7" name="任意多边形: 形状 156"/>
            <p:cNvSpPr/>
            <p:nvPr>
              <p:custDataLst>
                <p:tags r:id="rId165"/>
              </p:custDataLst>
            </p:nvPr>
          </p:nvSpPr>
          <p:spPr>
            <a:xfrm>
              <a:off x="1450657" y="4309110"/>
              <a:ext cx="9525" cy="9525"/>
            </a:xfrm>
            <a:custGeom>
              <a:avLst/>
              <a:gdLst>
                <a:gd name="connsiteX0" fmla="*/ 0 w 9525"/>
                <a:gd name="connsiteY0" fmla="*/ 0 h 9525"/>
                <a:gd name="connsiteX1" fmla="*/ 0 w 9525"/>
                <a:gd name="connsiteY1" fmla="*/ 0 h 9525"/>
                <a:gd name="connsiteX2" fmla="*/ 0 w 9525"/>
                <a:gd name="connsiteY2" fmla="*/ 0 h 9525"/>
                <a:gd name="connsiteX3" fmla="*/ 0 w 9525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8" name="任意多边形: 形状 157"/>
            <p:cNvSpPr/>
            <p:nvPr>
              <p:custDataLst>
                <p:tags r:id="rId166"/>
              </p:custDataLst>
            </p:nvPr>
          </p:nvSpPr>
          <p:spPr>
            <a:xfrm>
              <a:off x="1524952" y="4259580"/>
              <a:ext cx="952" cy="9525"/>
            </a:xfrm>
            <a:custGeom>
              <a:avLst/>
              <a:gdLst>
                <a:gd name="connsiteX0" fmla="*/ 953 w 952"/>
                <a:gd name="connsiteY0" fmla="*/ 0 h 9525"/>
                <a:gd name="connsiteX1" fmla="*/ 0 w 952"/>
                <a:gd name="connsiteY1" fmla="*/ 0 h 9525"/>
                <a:gd name="connsiteX2" fmla="*/ 953 w 952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5">
                  <a:moveTo>
                    <a:pt x="95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95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9" name="任意多边形: 形状 158"/>
            <p:cNvSpPr/>
            <p:nvPr>
              <p:custDataLst>
                <p:tags r:id="rId167"/>
              </p:custDataLst>
            </p:nvPr>
          </p:nvSpPr>
          <p:spPr>
            <a:xfrm>
              <a:off x="1566862" y="4273867"/>
              <a:ext cx="952" cy="952"/>
            </a:xfrm>
            <a:custGeom>
              <a:avLst/>
              <a:gdLst>
                <a:gd name="connsiteX0" fmla="*/ 952 w 952"/>
                <a:gd name="connsiteY0" fmla="*/ 952 h 952"/>
                <a:gd name="connsiteX1" fmla="*/ 0 w 952"/>
                <a:gd name="connsiteY1" fmla="*/ 0 h 952"/>
                <a:gd name="connsiteX2" fmla="*/ 952 w 952"/>
                <a:gd name="connsiteY2" fmla="*/ 952 h 952"/>
                <a:gd name="connsiteX3" fmla="*/ 952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2" y="952"/>
                  </a:moveTo>
                  <a:lnTo>
                    <a:pt x="0" y="0"/>
                  </a:lnTo>
                  <a:cubicBezTo>
                    <a:pt x="0" y="952"/>
                    <a:pt x="0" y="952"/>
                    <a:pt x="952" y="952"/>
                  </a:cubicBezTo>
                  <a:cubicBezTo>
                    <a:pt x="952" y="952"/>
                    <a:pt x="952" y="952"/>
                    <a:pt x="952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0" name="任意多边形: 形状 159"/>
            <p:cNvSpPr/>
            <p:nvPr>
              <p:custDataLst>
                <p:tags r:id="rId168"/>
              </p:custDataLst>
            </p:nvPr>
          </p:nvSpPr>
          <p:spPr>
            <a:xfrm>
              <a:off x="1570672" y="4290589"/>
              <a:ext cx="952" cy="846"/>
            </a:xfrm>
            <a:custGeom>
              <a:avLst/>
              <a:gdLst>
                <a:gd name="connsiteX0" fmla="*/ 0 w 952"/>
                <a:gd name="connsiteY0" fmla="*/ 423 h 846"/>
                <a:gd name="connsiteX1" fmla="*/ 0 w 952"/>
                <a:gd name="connsiteY1" fmla="*/ 423 h 846"/>
                <a:gd name="connsiteX2" fmla="*/ 952 w 952"/>
                <a:gd name="connsiteY2" fmla="*/ 423 h 846"/>
                <a:gd name="connsiteX3" fmla="*/ 0 w 952"/>
                <a:gd name="connsiteY3" fmla="*/ 423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846">
                  <a:moveTo>
                    <a:pt x="0" y="423"/>
                  </a:moveTo>
                  <a:cubicBezTo>
                    <a:pt x="952" y="423"/>
                    <a:pt x="952" y="1376"/>
                    <a:pt x="0" y="423"/>
                  </a:cubicBezTo>
                  <a:lnTo>
                    <a:pt x="952" y="423"/>
                  </a:lnTo>
                  <a:cubicBezTo>
                    <a:pt x="952" y="423"/>
                    <a:pt x="0" y="-529"/>
                    <a:pt x="0" y="42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1" name="任意多边形: 形状 160"/>
            <p:cNvSpPr/>
            <p:nvPr>
              <p:custDataLst>
                <p:tags r:id="rId169"/>
              </p:custDataLst>
            </p:nvPr>
          </p:nvSpPr>
          <p:spPr>
            <a:xfrm>
              <a:off x="1565515" y="4278630"/>
              <a:ext cx="1741" cy="1905"/>
            </a:xfrm>
            <a:custGeom>
              <a:avLst/>
              <a:gdLst>
                <a:gd name="connsiteX0" fmla="*/ 395 w 1741"/>
                <a:gd name="connsiteY0" fmla="*/ 0 h 1905"/>
                <a:gd name="connsiteX1" fmla="*/ 1347 w 1741"/>
                <a:gd name="connsiteY1" fmla="*/ 1905 h 1905"/>
                <a:gd name="connsiteX2" fmla="*/ 1347 w 1741"/>
                <a:gd name="connsiteY2" fmla="*/ 1905 h 1905"/>
                <a:gd name="connsiteX3" fmla="*/ 395 w 1741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1" h="1905">
                  <a:moveTo>
                    <a:pt x="395" y="0"/>
                  </a:moveTo>
                  <a:cubicBezTo>
                    <a:pt x="-558" y="952"/>
                    <a:pt x="395" y="952"/>
                    <a:pt x="1347" y="1905"/>
                  </a:cubicBezTo>
                  <a:lnTo>
                    <a:pt x="1347" y="1905"/>
                  </a:lnTo>
                  <a:cubicBezTo>
                    <a:pt x="2300" y="1905"/>
                    <a:pt x="1347" y="952"/>
                    <a:pt x="39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2" name="任意多边形: 形状 161"/>
            <p:cNvSpPr/>
            <p:nvPr>
              <p:custDataLst>
                <p:tags r:id="rId170"/>
              </p:custDataLst>
            </p:nvPr>
          </p:nvSpPr>
          <p:spPr>
            <a:xfrm>
              <a:off x="1566862" y="4281487"/>
              <a:ext cx="714" cy="9525"/>
            </a:xfrm>
            <a:custGeom>
              <a:avLst/>
              <a:gdLst>
                <a:gd name="connsiteX0" fmla="*/ 0 w 714"/>
                <a:gd name="connsiteY0" fmla="*/ 0 h 9525"/>
                <a:gd name="connsiteX1" fmla="*/ 0 w 714"/>
                <a:gd name="connsiteY1" fmla="*/ 0 h 9525"/>
                <a:gd name="connsiteX2" fmla="*/ 0 w 714"/>
                <a:gd name="connsiteY2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9525">
                  <a:moveTo>
                    <a:pt x="0" y="0"/>
                  </a:moveTo>
                  <a:cubicBezTo>
                    <a:pt x="0" y="0"/>
                    <a:pt x="952" y="0"/>
                    <a:pt x="0" y="0"/>
                  </a:cubicBezTo>
                  <a:cubicBezTo>
                    <a:pt x="952" y="0"/>
                    <a:pt x="952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3" name="任意多边形: 形状 162"/>
            <p:cNvSpPr/>
            <p:nvPr>
              <p:custDataLst>
                <p:tags r:id="rId171"/>
              </p:custDataLst>
            </p:nvPr>
          </p:nvSpPr>
          <p:spPr>
            <a:xfrm>
              <a:off x="1559378" y="4267052"/>
              <a:ext cx="2166" cy="1374"/>
            </a:xfrm>
            <a:custGeom>
              <a:avLst/>
              <a:gdLst>
                <a:gd name="connsiteX0" fmla="*/ 816 w 2166"/>
                <a:gd name="connsiteY0" fmla="*/ 1100 h 1374"/>
                <a:gd name="connsiteX1" fmla="*/ 1769 w 2166"/>
                <a:gd name="connsiteY1" fmla="*/ 1100 h 1374"/>
                <a:gd name="connsiteX2" fmla="*/ 816 w 2166"/>
                <a:gd name="connsiteY2" fmla="*/ 1100 h 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66" h="1374">
                  <a:moveTo>
                    <a:pt x="816" y="1100"/>
                  </a:moveTo>
                  <a:cubicBezTo>
                    <a:pt x="816" y="2052"/>
                    <a:pt x="1769" y="147"/>
                    <a:pt x="1769" y="1100"/>
                  </a:cubicBezTo>
                  <a:cubicBezTo>
                    <a:pt x="3674" y="147"/>
                    <a:pt x="-2041" y="-805"/>
                    <a:pt x="816" y="11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4" name="任意多边形: 形状 163"/>
            <p:cNvSpPr/>
            <p:nvPr>
              <p:custDataLst>
                <p:tags r:id="rId172"/>
              </p:custDataLst>
            </p:nvPr>
          </p:nvSpPr>
          <p:spPr>
            <a:xfrm>
              <a:off x="1563052" y="4280535"/>
              <a:ext cx="952" cy="1904"/>
            </a:xfrm>
            <a:custGeom>
              <a:avLst/>
              <a:gdLst>
                <a:gd name="connsiteX0" fmla="*/ 0 w 952"/>
                <a:gd name="connsiteY0" fmla="*/ 1905 h 1904"/>
                <a:gd name="connsiteX1" fmla="*/ 952 w 952"/>
                <a:gd name="connsiteY1" fmla="*/ 0 h 1904"/>
                <a:gd name="connsiteX2" fmla="*/ 0 w 952"/>
                <a:gd name="connsiteY2" fmla="*/ 0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4">
                  <a:moveTo>
                    <a:pt x="0" y="1905"/>
                  </a:moveTo>
                  <a:lnTo>
                    <a:pt x="95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5" name="任意多边形: 形状 164"/>
            <p:cNvSpPr/>
            <p:nvPr>
              <p:custDataLst>
                <p:tags r:id="rId173"/>
              </p:custDataLst>
            </p:nvPr>
          </p:nvSpPr>
          <p:spPr>
            <a:xfrm>
              <a:off x="1558289" y="4273867"/>
              <a:ext cx="1905" cy="1905"/>
            </a:xfrm>
            <a:custGeom>
              <a:avLst/>
              <a:gdLst>
                <a:gd name="connsiteX0" fmla="*/ 0 w 1905"/>
                <a:gd name="connsiteY0" fmla="*/ 0 h 1905"/>
                <a:gd name="connsiteX1" fmla="*/ 952 w 1905"/>
                <a:gd name="connsiteY1" fmla="*/ 1905 h 1905"/>
                <a:gd name="connsiteX2" fmla="*/ 1905 w 1905"/>
                <a:gd name="connsiteY2" fmla="*/ 1905 h 1905"/>
                <a:gd name="connsiteX3" fmla="*/ 0 w 1905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" h="1905">
                  <a:moveTo>
                    <a:pt x="0" y="0"/>
                  </a:moveTo>
                  <a:lnTo>
                    <a:pt x="952" y="1905"/>
                  </a:lnTo>
                  <a:cubicBezTo>
                    <a:pt x="952" y="1905"/>
                    <a:pt x="952" y="1905"/>
                    <a:pt x="1905" y="1905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6" name="任意多边形: 形状 165"/>
            <p:cNvSpPr/>
            <p:nvPr>
              <p:custDataLst>
                <p:tags r:id="rId174"/>
              </p:custDataLst>
            </p:nvPr>
          </p:nvSpPr>
          <p:spPr>
            <a:xfrm>
              <a:off x="1560195" y="4275772"/>
              <a:ext cx="952" cy="952"/>
            </a:xfrm>
            <a:custGeom>
              <a:avLst/>
              <a:gdLst>
                <a:gd name="connsiteX0" fmla="*/ 0 w 952"/>
                <a:gd name="connsiteY0" fmla="*/ 0 h 952"/>
                <a:gd name="connsiteX1" fmla="*/ 952 w 952"/>
                <a:gd name="connsiteY1" fmla="*/ 952 h 952"/>
                <a:gd name="connsiteX2" fmla="*/ 0 w 952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952">
                  <a:moveTo>
                    <a:pt x="0" y="0"/>
                  </a:moveTo>
                  <a:cubicBezTo>
                    <a:pt x="0" y="952"/>
                    <a:pt x="952" y="952"/>
                    <a:pt x="952" y="952"/>
                  </a:cubicBezTo>
                  <a:cubicBezTo>
                    <a:pt x="952" y="952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7" name="任意多边形: 形状 166"/>
            <p:cNvSpPr/>
            <p:nvPr>
              <p:custDataLst>
                <p:tags r:id="rId175"/>
              </p:custDataLst>
            </p:nvPr>
          </p:nvSpPr>
          <p:spPr>
            <a:xfrm>
              <a:off x="1560195" y="4278630"/>
              <a:ext cx="952" cy="1905"/>
            </a:xfrm>
            <a:custGeom>
              <a:avLst/>
              <a:gdLst>
                <a:gd name="connsiteX0" fmla="*/ 952 w 952"/>
                <a:gd name="connsiteY0" fmla="*/ 1905 h 1905"/>
                <a:gd name="connsiteX1" fmla="*/ 952 w 952"/>
                <a:gd name="connsiteY1" fmla="*/ 952 h 1905"/>
                <a:gd name="connsiteX2" fmla="*/ 0 w 952"/>
                <a:gd name="connsiteY2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1905">
                  <a:moveTo>
                    <a:pt x="952" y="1905"/>
                  </a:moveTo>
                  <a:lnTo>
                    <a:pt x="952" y="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8" name="任意多边形: 形状 167"/>
            <p:cNvSpPr/>
            <p:nvPr>
              <p:custDataLst>
                <p:tags r:id="rId176"/>
              </p:custDataLst>
            </p:nvPr>
          </p:nvSpPr>
          <p:spPr>
            <a:xfrm>
              <a:off x="1543579" y="4257675"/>
              <a:ext cx="2328" cy="952"/>
            </a:xfrm>
            <a:custGeom>
              <a:avLst/>
              <a:gdLst>
                <a:gd name="connsiteX0" fmla="*/ 2328 w 2328"/>
                <a:gd name="connsiteY0" fmla="*/ 952 h 952"/>
                <a:gd name="connsiteX1" fmla="*/ 423 w 2328"/>
                <a:gd name="connsiteY1" fmla="*/ 0 h 952"/>
                <a:gd name="connsiteX2" fmla="*/ 423 w 2328"/>
                <a:gd name="connsiteY2" fmla="*/ 952 h 952"/>
                <a:gd name="connsiteX3" fmla="*/ 2328 w 2328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" h="952">
                  <a:moveTo>
                    <a:pt x="2328" y="952"/>
                  </a:moveTo>
                  <a:lnTo>
                    <a:pt x="423" y="0"/>
                  </a:lnTo>
                  <a:cubicBezTo>
                    <a:pt x="-529" y="0"/>
                    <a:pt x="423" y="952"/>
                    <a:pt x="423" y="952"/>
                  </a:cubicBezTo>
                  <a:cubicBezTo>
                    <a:pt x="1376" y="952"/>
                    <a:pt x="2328" y="952"/>
                    <a:pt x="2328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9" name="任意多边形: 形状 168"/>
            <p:cNvSpPr/>
            <p:nvPr>
              <p:custDataLst>
                <p:tags r:id="rId177"/>
              </p:custDataLst>
            </p:nvPr>
          </p:nvSpPr>
          <p:spPr>
            <a:xfrm>
              <a:off x="1545907" y="4264342"/>
              <a:ext cx="952" cy="952"/>
            </a:xfrm>
            <a:custGeom>
              <a:avLst/>
              <a:gdLst>
                <a:gd name="connsiteX0" fmla="*/ 953 w 952"/>
                <a:gd name="connsiteY0" fmla="*/ 952 h 952"/>
                <a:gd name="connsiteX1" fmla="*/ 953 w 952"/>
                <a:gd name="connsiteY1" fmla="*/ 0 h 952"/>
                <a:gd name="connsiteX2" fmla="*/ 0 w 952"/>
                <a:gd name="connsiteY2" fmla="*/ 952 h 952"/>
                <a:gd name="connsiteX3" fmla="*/ 953 w 952"/>
                <a:gd name="connsiteY3" fmla="*/ 952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952">
                  <a:moveTo>
                    <a:pt x="953" y="952"/>
                  </a:moveTo>
                  <a:cubicBezTo>
                    <a:pt x="953" y="0"/>
                    <a:pt x="953" y="0"/>
                    <a:pt x="953" y="0"/>
                  </a:cubicBezTo>
                  <a:lnTo>
                    <a:pt x="0" y="952"/>
                  </a:lnTo>
                  <a:lnTo>
                    <a:pt x="953" y="9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0" name="任意多边形: 形状 169"/>
            <p:cNvSpPr/>
            <p:nvPr>
              <p:custDataLst>
                <p:tags r:id="rId178"/>
              </p:custDataLst>
            </p:nvPr>
          </p:nvSpPr>
          <p:spPr>
            <a:xfrm>
              <a:off x="1541282" y="4260862"/>
              <a:ext cx="2034" cy="1574"/>
            </a:xfrm>
            <a:custGeom>
              <a:avLst/>
              <a:gdLst>
                <a:gd name="connsiteX0" fmla="*/ 1768 w 2034"/>
                <a:gd name="connsiteY0" fmla="*/ 622 h 1574"/>
                <a:gd name="connsiteX1" fmla="*/ 815 w 2034"/>
                <a:gd name="connsiteY1" fmla="*/ 1575 h 1574"/>
                <a:gd name="connsiteX2" fmla="*/ 1768 w 2034"/>
                <a:gd name="connsiteY2" fmla="*/ 622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4" h="1574">
                  <a:moveTo>
                    <a:pt x="1768" y="622"/>
                  </a:moveTo>
                  <a:cubicBezTo>
                    <a:pt x="815" y="622"/>
                    <a:pt x="-1090" y="-1283"/>
                    <a:pt x="815" y="1575"/>
                  </a:cubicBezTo>
                  <a:cubicBezTo>
                    <a:pt x="815" y="622"/>
                    <a:pt x="2720" y="2527"/>
                    <a:pt x="1768" y="6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1" name="任意多边形: 形状 170"/>
            <p:cNvSpPr/>
            <p:nvPr>
              <p:custDataLst>
                <p:tags r:id="rId179"/>
              </p:custDataLst>
            </p:nvPr>
          </p:nvSpPr>
          <p:spPr>
            <a:xfrm>
              <a:off x="1520189" y="4253864"/>
              <a:ext cx="952" cy="2857"/>
            </a:xfrm>
            <a:custGeom>
              <a:avLst/>
              <a:gdLst>
                <a:gd name="connsiteX0" fmla="*/ 953 w 952"/>
                <a:gd name="connsiteY0" fmla="*/ 2858 h 2857"/>
                <a:gd name="connsiteX1" fmla="*/ 953 w 952"/>
                <a:gd name="connsiteY1" fmla="*/ 2858 h 2857"/>
                <a:gd name="connsiteX2" fmla="*/ 0 w 952"/>
                <a:gd name="connsiteY2" fmla="*/ 0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" h="2857">
                  <a:moveTo>
                    <a:pt x="953" y="2858"/>
                  </a:moveTo>
                  <a:lnTo>
                    <a:pt x="953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2" name="任意多边形: 形状 171"/>
            <p:cNvSpPr/>
            <p:nvPr>
              <p:custDataLst>
                <p:tags r:id="rId180"/>
              </p:custDataLst>
            </p:nvPr>
          </p:nvSpPr>
          <p:spPr>
            <a:xfrm>
              <a:off x="1498135" y="4271010"/>
              <a:ext cx="3004" cy="2857"/>
            </a:xfrm>
            <a:custGeom>
              <a:avLst/>
              <a:gdLst>
                <a:gd name="connsiteX0" fmla="*/ 1100 w 3004"/>
                <a:gd name="connsiteY0" fmla="*/ 2857 h 2857"/>
                <a:gd name="connsiteX1" fmla="*/ 3005 w 3004"/>
                <a:gd name="connsiteY1" fmla="*/ 952 h 2857"/>
                <a:gd name="connsiteX2" fmla="*/ 1100 w 3004"/>
                <a:gd name="connsiteY2" fmla="*/ 0 h 2857"/>
                <a:gd name="connsiteX3" fmla="*/ 1100 w 3004"/>
                <a:gd name="connsiteY3" fmla="*/ 2857 h 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4" h="2857">
                  <a:moveTo>
                    <a:pt x="1100" y="2857"/>
                  </a:moveTo>
                  <a:cubicBezTo>
                    <a:pt x="3957" y="2857"/>
                    <a:pt x="1100" y="952"/>
                    <a:pt x="3005" y="952"/>
                  </a:cubicBezTo>
                  <a:cubicBezTo>
                    <a:pt x="3005" y="0"/>
                    <a:pt x="1100" y="952"/>
                    <a:pt x="1100" y="0"/>
                  </a:cubicBezTo>
                  <a:cubicBezTo>
                    <a:pt x="147" y="1905"/>
                    <a:pt x="-805" y="1905"/>
                    <a:pt x="1100" y="285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3" name="任意多边形: 形状 172"/>
            <p:cNvSpPr/>
            <p:nvPr>
              <p:custDataLst>
                <p:tags r:id="rId181"/>
              </p:custDataLst>
            </p:nvPr>
          </p:nvSpPr>
          <p:spPr>
            <a:xfrm>
              <a:off x="1499235" y="4271248"/>
              <a:ext cx="714" cy="714"/>
            </a:xfrm>
            <a:custGeom>
              <a:avLst/>
              <a:gdLst>
                <a:gd name="connsiteX0" fmla="*/ 0 w 714"/>
                <a:gd name="connsiteY0" fmla="*/ 714 h 714"/>
                <a:gd name="connsiteX1" fmla="*/ 0 w 714"/>
                <a:gd name="connsiteY1" fmla="*/ 714 h 714"/>
                <a:gd name="connsiteX2" fmla="*/ 0 w 714"/>
                <a:gd name="connsiteY2" fmla="*/ 714 h 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714">
                  <a:moveTo>
                    <a:pt x="0" y="714"/>
                  </a:moveTo>
                  <a:cubicBezTo>
                    <a:pt x="952" y="-238"/>
                    <a:pt x="952" y="-238"/>
                    <a:pt x="0" y="714"/>
                  </a:cubicBezTo>
                  <a:cubicBezTo>
                    <a:pt x="952" y="-238"/>
                    <a:pt x="0" y="-238"/>
                    <a:pt x="0" y="7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4" name="任意多边形: 形状 173"/>
            <p:cNvSpPr/>
            <p:nvPr>
              <p:custDataLst>
                <p:tags r:id="rId182"/>
              </p:custDataLst>
            </p:nvPr>
          </p:nvSpPr>
          <p:spPr>
            <a:xfrm>
              <a:off x="1604962" y="4344352"/>
              <a:ext cx="1904" cy="952"/>
            </a:xfrm>
            <a:custGeom>
              <a:avLst/>
              <a:gdLst>
                <a:gd name="connsiteX0" fmla="*/ 0 w 1904"/>
                <a:gd name="connsiteY0" fmla="*/ 0 h 952"/>
                <a:gd name="connsiteX1" fmla="*/ 1905 w 1904"/>
                <a:gd name="connsiteY1" fmla="*/ 953 h 952"/>
                <a:gd name="connsiteX2" fmla="*/ 952 w 1904"/>
                <a:gd name="connsiteY2" fmla="*/ 0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4" h="952">
                  <a:moveTo>
                    <a:pt x="0" y="0"/>
                  </a:moveTo>
                  <a:lnTo>
                    <a:pt x="1905" y="953"/>
                  </a:lnTo>
                  <a:lnTo>
                    <a:pt x="95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5" name="任意多边形: 形状 174"/>
            <p:cNvSpPr/>
            <p:nvPr>
              <p:custDataLst>
                <p:tags r:id="rId183"/>
              </p:custDataLst>
            </p:nvPr>
          </p:nvSpPr>
          <p:spPr>
            <a:xfrm>
              <a:off x="1608772" y="4343400"/>
              <a:ext cx="952" cy="1905"/>
            </a:xfrm>
            <a:custGeom>
              <a:avLst/>
              <a:gdLst>
                <a:gd name="connsiteX0" fmla="*/ 0 w 952"/>
                <a:gd name="connsiteY0" fmla="*/ 0 h 1905"/>
                <a:gd name="connsiteX1" fmla="*/ 0 w 952"/>
                <a:gd name="connsiteY1" fmla="*/ 1905 h 1905"/>
                <a:gd name="connsiteX2" fmla="*/ 952 w 952"/>
                <a:gd name="connsiteY2" fmla="*/ 0 h 1905"/>
                <a:gd name="connsiteX3" fmla="*/ 0 w 952"/>
                <a:gd name="connsiteY3" fmla="*/ 0 h 1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" h="1905">
                  <a:moveTo>
                    <a:pt x="0" y="0"/>
                  </a:moveTo>
                  <a:lnTo>
                    <a:pt x="0" y="1905"/>
                  </a:lnTo>
                  <a:lnTo>
                    <a:pt x="952" y="0"/>
                  </a:lnTo>
                  <a:cubicBezTo>
                    <a:pt x="952" y="0"/>
                    <a:pt x="0" y="0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6" name="任意多边形: 形状 175"/>
            <p:cNvSpPr/>
            <p:nvPr>
              <p:custDataLst>
                <p:tags r:id="rId184"/>
              </p:custDataLst>
            </p:nvPr>
          </p:nvSpPr>
          <p:spPr>
            <a:xfrm>
              <a:off x="1435417" y="4304347"/>
              <a:ext cx="2857" cy="9525"/>
            </a:xfrm>
            <a:custGeom>
              <a:avLst/>
              <a:gdLst>
                <a:gd name="connsiteX0" fmla="*/ 2857 w 2857"/>
                <a:gd name="connsiteY0" fmla="*/ 0 h 9525"/>
                <a:gd name="connsiteX1" fmla="*/ 1905 w 2857"/>
                <a:gd name="connsiteY1" fmla="*/ 0 h 9525"/>
                <a:gd name="connsiteX2" fmla="*/ 0 w 2857"/>
                <a:gd name="connsiteY2" fmla="*/ 0 h 9525"/>
                <a:gd name="connsiteX3" fmla="*/ 2857 w 2857"/>
                <a:gd name="connsiteY3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" h="9525">
                  <a:moveTo>
                    <a:pt x="2857" y="0"/>
                  </a:moveTo>
                  <a:lnTo>
                    <a:pt x="1905" y="0"/>
                  </a:lnTo>
                  <a:cubicBezTo>
                    <a:pt x="952" y="0"/>
                    <a:pt x="0" y="0"/>
                    <a:pt x="0" y="0"/>
                  </a:cubicBezTo>
                  <a:lnTo>
                    <a:pt x="285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7" name="任意多边形: 形状 176"/>
            <p:cNvSpPr/>
            <p:nvPr>
              <p:custDataLst>
                <p:tags r:id="rId185"/>
              </p:custDataLst>
            </p:nvPr>
          </p:nvSpPr>
          <p:spPr>
            <a:xfrm>
              <a:off x="1432560" y="4306252"/>
              <a:ext cx="3809" cy="952"/>
            </a:xfrm>
            <a:custGeom>
              <a:avLst/>
              <a:gdLst>
                <a:gd name="connsiteX0" fmla="*/ 3810 w 3809"/>
                <a:gd name="connsiteY0" fmla="*/ 0 h 952"/>
                <a:gd name="connsiteX1" fmla="*/ 3810 w 3809"/>
                <a:gd name="connsiteY1" fmla="*/ 0 h 952"/>
                <a:gd name="connsiteX2" fmla="*/ 0 w 3809"/>
                <a:gd name="connsiteY2" fmla="*/ 953 h 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09" h="952">
                  <a:moveTo>
                    <a:pt x="3810" y="0"/>
                  </a:moveTo>
                  <a:lnTo>
                    <a:pt x="3810" y="0"/>
                  </a:lnTo>
                  <a:lnTo>
                    <a:pt x="0" y="95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8" name="任意多边形: 形状 177"/>
            <p:cNvSpPr/>
            <p:nvPr>
              <p:custDataLst>
                <p:tags r:id="rId186"/>
              </p:custDataLst>
            </p:nvPr>
          </p:nvSpPr>
          <p:spPr>
            <a:xfrm>
              <a:off x="1440418" y="4304347"/>
              <a:ext cx="714" cy="846"/>
            </a:xfrm>
            <a:custGeom>
              <a:avLst/>
              <a:gdLst>
                <a:gd name="connsiteX0" fmla="*/ 714 w 714"/>
                <a:gd name="connsiteY0" fmla="*/ 0 h 846"/>
                <a:gd name="connsiteX1" fmla="*/ 714 w 714"/>
                <a:gd name="connsiteY1" fmla="*/ 0 h 846"/>
                <a:gd name="connsiteX2" fmla="*/ 714 w 714"/>
                <a:gd name="connsiteY2" fmla="*/ 0 h 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14" h="846">
                  <a:moveTo>
                    <a:pt x="714" y="0"/>
                  </a:moveTo>
                  <a:cubicBezTo>
                    <a:pt x="714" y="0"/>
                    <a:pt x="-238" y="952"/>
                    <a:pt x="714" y="0"/>
                  </a:cubicBezTo>
                  <a:cubicBezTo>
                    <a:pt x="-238" y="0"/>
                    <a:pt x="-238" y="1905"/>
                    <a:pt x="7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b="1"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179" name="图形 178"/>
          <p:cNvPicPr>
            <a:picLocks noChangeAspect="1"/>
          </p:cNvPicPr>
          <p:nvPr userDrawn="1">
            <p:custDataLst>
              <p:tags r:id="rId187"/>
            </p:custDataLst>
          </p:nvPr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 rot="16363663">
            <a:off x="3607991" y="1810655"/>
            <a:ext cx="528764" cy="528764"/>
          </a:xfrm>
          <a:prstGeom prst="rect">
            <a:avLst/>
          </a:prstGeom>
        </p:spPr>
      </p:pic>
      <p:pic>
        <p:nvPicPr>
          <p:cNvPr id="180" name="图形 179"/>
          <p:cNvPicPr>
            <a:picLocks noChangeAspect="1"/>
          </p:cNvPicPr>
          <p:nvPr userDrawn="1">
            <p:custDataLst>
              <p:tags r:id="rId190"/>
            </p:custDataLst>
          </p:nvPr>
        </p:nvPicPr>
        <p:blipFill>
          <a:blip r:embed="rId191"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 rot="14744588">
            <a:off x="9948783" y="3905514"/>
            <a:ext cx="495300" cy="161925"/>
          </a:xfrm>
          <a:prstGeom prst="rect">
            <a:avLst/>
          </a:prstGeom>
        </p:spPr>
      </p:pic>
      <p:pic>
        <p:nvPicPr>
          <p:cNvPr id="181" name="图形 180"/>
          <p:cNvPicPr>
            <a:picLocks noChangeAspect="1"/>
          </p:cNvPicPr>
          <p:nvPr userDrawn="1">
            <p:custDataLst>
              <p:tags r:id="rId193"/>
            </p:custDataLst>
          </p:nvPr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7595382" y="1500777"/>
            <a:ext cx="323850" cy="371475"/>
          </a:xfrm>
          <a:prstGeom prst="rect">
            <a:avLst/>
          </a:prstGeom>
        </p:spPr>
      </p:pic>
      <p:sp>
        <p:nvSpPr>
          <p:cNvPr id="182" name="任意多边形: 形状 181"/>
          <p:cNvSpPr/>
          <p:nvPr userDrawn="1">
            <p:custDataLst>
              <p:tags r:id="rId196"/>
            </p:custDataLst>
          </p:nvPr>
        </p:nvSpPr>
        <p:spPr>
          <a:xfrm rot="21394899">
            <a:off x="6955073" y="5370350"/>
            <a:ext cx="2136290" cy="218442"/>
          </a:xfrm>
          <a:custGeom>
            <a:avLst/>
            <a:gdLst>
              <a:gd name="connsiteX0" fmla="*/ 0 w 2136290"/>
              <a:gd name="connsiteY0" fmla="*/ 114474 h 218442"/>
              <a:gd name="connsiteX1" fmla="*/ 354330 w 2136290"/>
              <a:gd name="connsiteY1" fmla="*/ 174 h 218442"/>
              <a:gd name="connsiteX2" fmla="*/ 560070 w 2136290"/>
              <a:gd name="connsiteY2" fmla="*/ 137334 h 218442"/>
              <a:gd name="connsiteX3" fmla="*/ 708660 w 2136290"/>
              <a:gd name="connsiteY3" fmla="*/ 91614 h 218442"/>
              <a:gd name="connsiteX4" fmla="*/ 822960 w 2136290"/>
              <a:gd name="connsiteY4" fmla="*/ 183054 h 218442"/>
              <a:gd name="connsiteX5" fmla="*/ 1074420 w 2136290"/>
              <a:gd name="connsiteY5" fmla="*/ 34464 h 218442"/>
              <a:gd name="connsiteX6" fmla="*/ 1348740 w 2136290"/>
              <a:gd name="connsiteY6" fmla="*/ 217344 h 218442"/>
              <a:gd name="connsiteX7" fmla="*/ 1668780 w 2136290"/>
              <a:gd name="connsiteY7" fmla="*/ 114474 h 218442"/>
              <a:gd name="connsiteX8" fmla="*/ 1771650 w 2136290"/>
              <a:gd name="connsiteY8" fmla="*/ 194484 h 218442"/>
              <a:gd name="connsiteX9" fmla="*/ 2091690 w 2136290"/>
              <a:gd name="connsiteY9" fmla="*/ 137334 h 218442"/>
              <a:gd name="connsiteX10" fmla="*/ 2125980 w 2136290"/>
              <a:gd name="connsiteY10" fmla="*/ 137334 h 218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36290" h="218442">
                <a:moveTo>
                  <a:pt x="0" y="114474"/>
                </a:moveTo>
                <a:cubicBezTo>
                  <a:pt x="130492" y="55419"/>
                  <a:pt x="260985" y="-3636"/>
                  <a:pt x="354330" y="174"/>
                </a:cubicBezTo>
                <a:cubicBezTo>
                  <a:pt x="447675" y="3984"/>
                  <a:pt x="501015" y="122094"/>
                  <a:pt x="560070" y="137334"/>
                </a:cubicBezTo>
                <a:cubicBezTo>
                  <a:pt x="619125" y="152574"/>
                  <a:pt x="664845" y="83994"/>
                  <a:pt x="708660" y="91614"/>
                </a:cubicBezTo>
                <a:cubicBezTo>
                  <a:pt x="752475" y="99234"/>
                  <a:pt x="762000" y="192579"/>
                  <a:pt x="822960" y="183054"/>
                </a:cubicBezTo>
                <a:cubicBezTo>
                  <a:pt x="883920" y="173529"/>
                  <a:pt x="986790" y="28749"/>
                  <a:pt x="1074420" y="34464"/>
                </a:cubicBezTo>
                <a:cubicBezTo>
                  <a:pt x="1162050" y="40179"/>
                  <a:pt x="1249680" y="204009"/>
                  <a:pt x="1348740" y="217344"/>
                </a:cubicBezTo>
                <a:cubicBezTo>
                  <a:pt x="1447800" y="230679"/>
                  <a:pt x="1598295" y="118284"/>
                  <a:pt x="1668780" y="114474"/>
                </a:cubicBezTo>
                <a:cubicBezTo>
                  <a:pt x="1739265" y="110664"/>
                  <a:pt x="1701165" y="190674"/>
                  <a:pt x="1771650" y="194484"/>
                </a:cubicBezTo>
                <a:cubicBezTo>
                  <a:pt x="1842135" y="198294"/>
                  <a:pt x="2091690" y="137334"/>
                  <a:pt x="2091690" y="137334"/>
                </a:cubicBezTo>
                <a:cubicBezTo>
                  <a:pt x="2150745" y="127809"/>
                  <a:pt x="2138362" y="132571"/>
                  <a:pt x="2125980" y="137334"/>
                </a:cubicBezTo>
              </a:path>
            </a:pathLst>
          </a:custGeom>
          <a:noFill/>
          <a:ln w="6350" cap="rnd">
            <a:solidFill>
              <a:schemeClr val="accent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image" Target="../media/image1.png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tags" Target="../tags/tag19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5"/>
            </p:custDataLst>
          </p:nvPr>
        </p:nvSpPr>
        <p:spPr>
          <a:xfrm>
            <a:off x="-2" y="0"/>
            <a:ext cx="12192001" cy="6857366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lumMod val="85000"/>
                  <a:lumOff val="1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片1(1) (1)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419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 smtClean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72"/>
  <p:tag name="KSO_WM_BEAUTIFY_FLAG" val="#wm#"/>
  <p:tag name="KSO_WM_TAG_VERSION" val="3.0"/>
  <p:tag name="KSO_WM_UNIT_ID" val="_4*i*1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170"/>
  <p:tag name="KSO_WM_BEAUTIFY_FLAG" val="#wm#"/>
  <p:tag name="KSO_WM_TAG_VERSION" val="3.0"/>
  <p:tag name="KSO_WM_UNIT_ID" val="_4*i*1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71"/>
  <p:tag name="KSO_WM_BEAUTIFY_FLAG" val="#wm#"/>
  <p:tag name="KSO_WM_TAG_VERSION" val="3.0"/>
  <p:tag name="KSO_WM_UNIT_ID" val="_4*i*1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4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2.xml><?xml version="1.0" encoding="utf-8"?>
<p:tagLst xmlns:p="http://schemas.openxmlformats.org/presentationml/2006/main">
  <p:tag name="KSO_WM_UNIT_TYPE" val="i"/>
  <p:tag name="KSO_WM_UNIT_INDEX" val="164"/>
  <p:tag name="KSO_WM_BEAUTIFY_FLAG" val="#wm#"/>
  <p:tag name="KSO_WM_TAG_VERSION" val="3.0"/>
  <p:tag name="KSO_WM_UNIT_ID" val="_4*i*1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63"/>
  <p:tag name="KSO_WM_BEAUTIFY_FLAG" val="#wm#"/>
  <p:tag name="KSO_WM_TAG_VERSION" val="3.0"/>
  <p:tag name="KSO_WM_UNIT_ID" val="_4*i*1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60"/>
  <p:tag name="KSO_WM_BEAUTIFY_FLAG" val="#wm#"/>
  <p:tag name="KSO_WM_TAG_VERSION" val="3.0"/>
  <p:tag name="KSO_WM_UNIT_ID" val="_4*i*1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58"/>
  <p:tag name="KSO_WM_BEAUTIFY_FLAG" val="#wm#"/>
  <p:tag name="KSO_WM_TAG_VERSION" val="3.0"/>
  <p:tag name="KSO_WM_UNIT_ID" val="_4*i*1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59"/>
  <p:tag name="KSO_WM_BEAUTIFY_FLAG" val="#wm#"/>
  <p:tag name="KSO_WM_TAG_VERSION" val="3.0"/>
  <p:tag name="KSO_WM_UNIT_ID" val="_4*i*1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54"/>
  <p:tag name="KSO_WM_BEAUTIFY_FLAG" val="#wm#"/>
  <p:tag name="KSO_WM_TAG_VERSION" val="3.0"/>
  <p:tag name="KSO_WM_UNIT_ID" val="_4*i*1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55"/>
  <p:tag name="KSO_WM_BEAUTIFY_FLAG" val="#wm#"/>
  <p:tag name="KSO_WM_TAG_VERSION" val="3.0"/>
  <p:tag name="KSO_WM_UNIT_ID" val="_4*i*1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56"/>
  <p:tag name="KSO_WM_BEAUTIFY_FLAG" val="#wm#"/>
  <p:tag name="KSO_WM_TAG_VERSION" val="3.0"/>
  <p:tag name="KSO_WM_UNIT_ID" val="_4*i*1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57"/>
  <p:tag name="KSO_WM_BEAUTIFY_FLAG" val="#wm#"/>
  <p:tag name="KSO_WM_TAG_VERSION" val="3.0"/>
  <p:tag name="KSO_WM_UNIT_ID" val="_4*i*1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61"/>
  <p:tag name="KSO_WM_BEAUTIFY_FLAG" val="#wm#"/>
  <p:tag name="KSO_WM_TAG_VERSION" val="3.0"/>
  <p:tag name="KSO_WM_UNIT_ID" val="_4*i*1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48"/>
  <p:tag name="KSO_WM_BEAUTIFY_FLAG" val="#wm#"/>
  <p:tag name="KSO_WM_TAG_VERSION" val="3.0"/>
  <p:tag name="KSO_WM_UNIT_ID" val="_4*i*1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49"/>
  <p:tag name="KSO_WM_BEAUTIFY_FLAG" val="#wm#"/>
  <p:tag name="KSO_WM_TAG_VERSION" val="3.0"/>
  <p:tag name="KSO_WM_UNIT_ID" val="_4*i*1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53"/>
  <p:tag name="KSO_WM_BEAUTIFY_FLAG" val="#wm#"/>
  <p:tag name="KSO_WM_TAG_VERSION" val="3.0"/>
  <p:tag name="KSO_WM_UNIT_ID" val="_4*i*1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42"/>
  <p:tag name="KSO_WM_BEAUTIFY_FLAG" val="#wm#"/>
  <p:tag name="KSO_WM_TAG_VERSION" val="3.0"/>
  <p:tag name="KSO_WM_UNIT_ID" val="_4*i*1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35"/>
  <p:tag name="KSO_WM_BEAUTIFY_FLAG" val="#wm#"/>
  <p:tag name="KSO_WM_TAG_VERSION" val="3.0"/>
  <p:tag name="KSO_WM_UNIT_ID" val="_4*i*1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133"/>
  <p:tag name="KSO_WM_BEAUTIFY_FLAG" val="#wm#"/>
  <p:tag name="KSO_WM_TAG_VERSION" val="3.0"/>
  <p:tag name="KSO_WM_UNIT_ID" val="_4*i*1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144"/>
  <p:tag name="KSO_WM_BEAUTIFY_FLAG" val="#wm#"/>
  <p:tag name="KSO_WM_TAG_VERSION" val="3.0"/>
  <p:tag name="KSO_WM_UNIT_ID" val="_4*i*1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143"/>
  <p:tag name="KSO_WM_BEAUTIFY_FLAG" val="#wm#"/>
  <p:tag name="KSO_WM_TAG_VERSION" val="3.0"/>
  <p:tag name="KSO_WM_UNIT_ID" val="_4*i*1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141"/>
  <p:tag name="KSO_WM_BEAUTIFY_FLAG" val="#wm#"/>
  <p:tag name="KSO_WM_TAG_VERSION" val="3.0"/>
  <p:tag name="KSO_WM_UNIT_ID" val="_4*i*1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51"/>
  <p:tag name="KSO_WM_BEAUTIFY_FLAG" val="#wm#"/>
  <p:tag name="KSO_WM_TAG_VERSION" val="3.0"/>
  <p:tag name="KSO_WM_UNIT_ID" val="_4*i*1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146"/>
  <p:tag name="KSO_WM_BEAUTIFY_FLAG" val="#wm#"/>
  <p:tag name="KSO_WM_TAG_VERSION" val="3.0"/>
  <p:tag name="KSO_WM_UNIT_ID" val="_4*i*1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145"/>
  <p:tag name="KSO_WM_BEAUTIFY_FLAG" val="#wm#"/>
  <p:tag name="KSO_WM_TAG_VERSION" val="3.0"/>
  <p:tag name="KSO_WM_UNIT_ID" val="_4*i*1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134"/>
  <p:tag name="KSO_WM_BEAUTIFY_FLAG" val="#wm#"/>
  <p:tag name="KSO_WM_TAG_VERSION" val="3.0"/>
  <p:tag name="KSO_WM_UNIT_ID" val="_4*i*1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136"/>
  <p:tag name="KSO_WM_BEAUTIFY_FLAG" val="#wm#"/>
  <p:tag name="KSO_WM_TAG_VERSION" val="3.0"/>
  <p:tag name="KSO_WM_UNIT_ID" val="_4*i*1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29"/>
  <p:tag name="KSO_WM_BEAUTIFY_FLAG" val="#wm#"/>
  <p:tag name="KSO_WM_TAG_VERSION" val="3.0"/>
  <p:tag name="KSO_WM_UNIT_ID" val="_4*i*1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137"/>
  <p:tag name="KSO_WM_BEAUTIFY_FLAG" val="#wm#"/>
  <p:tag name="KSO_WM_TAG_VERSION" val="3.0"/>
  <p:tag name="KSO_WM_UNIT_ID" val="_4*i*1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132"/>
  <p:tag name="KSO_WM_BEAUTIFY_FLAG" val="#wm#"/>
  <p:tag name="KSO_WM_TAG_VERSION" val="3.0"/>
  <p:tag name="KSO_WM_UNIT_ID" val="_4*i*1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140"/>
  <p:tag name="KSO_WM_BEAUTIFY_FLAG" val="#wm#"/>
  <p:tag name="KSO_WM_TAG_VERSION" val="3.0"/>
  <p:tag name="KSO_WM_UNIT_ID" val="_4*i*1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139"/>
  <p:tag name="KSO_WM_BEAUTIFY_FLAG" val="#wm#"/>
  <p:tag name="KSO_WM_TAG_VERSION" val="3.0"/>
  <p:tag name="KSO_WM_UNIT_ID" val="_4*i*1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126"/>
  <p:tag name="KSO_WM_BEAUTIFY_FLAG" val="#wm#"/>
  <p:tag name="KSO_WM_TAG_VERSION" val="3.0"/>
  <p:tag name="KSO_WM_UNIT_ID" val="_4*i*1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28"/>
  <p:tag name="KSO_WM_BEAUTIFY_FLAG" val="#wm#"/>
  <p:tag name="KSO_WM_TAG_VERSION" val="3.0"/>
  <p:tag name="KSO_WM_UNIT_ID" val="_4*i*1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130"/>
  <p:tag name="KSO_WM_BEAUTIFY_FLAG" val="#wm#"/>
  <p:tag name="KSO_WM_TAG_VERSION" val="3.0"/>
  <p:tag name="KSO_WM_UNIT_ID" val="_4*i*1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50"/>
  <p:tag name="KSO_WM_BEAUTIFY_FLAG" val="#wm#"/>
  <p:tag name="KSO_WM_TAG_VERSION" val="3.0"/>
  <p:tag name="KSO_WM_UNIT_ID" val="_4*i*1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147"/>
  <p:tag name="KSO_WM_BEAUTIFY_FLAG" val="#wm#"/>
  <p:tag name="KSO_WM_TAG_VERSION" val="3.0"/>
  <p:tag name="KSO_WM_UNIT_ID" val="_4*i*1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138"/>
  <p:tag name="KSO_WM_BEAUTIFY_FLAG" val="#wm#"/>
  <p:tag name="KSO_WM_TAG_VERSION" val="3.0"/>
  <p:tag name="KSO_WM_UNIT_ID" val="_4*i*1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27"/>
  <p:tag name="KSO_WM_BEAUTIFY_FLAG" val="#wm#"/>
  <p:tag name="KSO_WM_TAG_VERSION" val="3.0"/>
  <p:tag name="KSO_WM_UNIT_ID" val="_4*i*1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25"/>
  <p:tag name="KSO_WM_BEAUTIFY_FLAG" val="#wm#"/>
  <p:tag name="KSO_WM_TAG_VERSION" val="3.0"/>
  <p:tag name="KSO_WM_UNIT_ID" val="_4*i*1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4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4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4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4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4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120"/>
  <p:tag name="KSO_WM_BEAUTIFY_FLAG" val="#wm#"/>
  <p:tag name="KSO_WM_TAG_VERSION" val="3.0"/>
  <p:tag name="KSO_WM_UNIT_ID" val="_4*i*1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4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4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4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162"/>
  <p:tag name="KSO_WM_BEAUTIFY_FLAG" val="#wm#"/>
  <p:tag name="KSO_WM_TAG_VERSION" val="3.0"/>
  <p:tag name="KSO_WM_UNIT_ID" val="_4*i*1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65"/>
  <p:tag name="KSO_WM_BEAUTIFY_FLAG" val="#wm#"/>
  <p:tag name="KSO_WM_TAG_VERSION" val="3.0"/>
  <p:tag name="KSO_WM_UNIT_ID" val="_4*i*1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4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4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4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4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4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4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52"/>
  <p:tag name="KSO_WM_BEAUTIFY_FLAG" val="#wm#"/>
  <p:tag name="KSO_WM_TAG_VERSION" val="3.0"/>
  <p:tag name="KSO_WM_UNIT_ID" val="_4*i*1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4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4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4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4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4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4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119"/>
  <p:tag name="KSO_WM_BEAUTIFY_FLAG" val="#wm#"/>
  <p:tag name="KSO_WM_TAG_VERSION" val="3.0"/>
  <p:tag name="KSO_WM_UNIT_ID" val="_4*i*1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131"/>
  <p:tag name="KSO_WM_BEAUTIFY_FLAG" val="#wm#"/>
  <p:tag name="KSO_WM_TAG_VERSION" val="3.0"/>
  <p:tag name="KSO_WM_UNIT_ID" val="_4*i*1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122"/>
  <p:tag name="KSO_WM_BEAUTIFY_FLAG" val="#wm#"/>
  <p:tag name="KSO_WM_TAG_VERSION" val="3.0"/>
  <p:tag name="KSO_WM_UNIT_ID" val="_4*i*1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124"/>
  <p:tag name="KSO_WM_BEAUTIFY_FLAG" val="#wm#"/>
  <p:tag name="KSO_WM_TAG_VERSION" val="3.0"/>
  <p:tag name="KSO_WM_UNIT_ID" val="_4*i*1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4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23"/>
  <p:tag name="KSO_WM_BEAUTIFY_FLAG" val="#wm#"/>
  <p:tag name="KSO_WM_TAG_VERSION" val="3.0"/>
  <p:tag name="KSO_WM_UNIT_ID" val="_4*i*1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4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18"/>
  <p:tag name="KSO_WM_BEAUTIFY_FLAG" val="#wm#"/>
  <p:tag name="KSO_WM_TAG_VERSION" val="3.0"/>
  <p:tag name="KSO_WM_UNIT_ID" val="_4*i*1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121"/>
  <p:tag name="KSO_WM_BEAUTIFY_FLAG" val="#wm#"/>
  <p:tag name="KSO_WM_TAG_VERSION" val="3.0"/>
  <p:tag name="KSO_WM_UNIT_ID" val="_4*i*1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4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4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4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4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4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4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167"/>
  <p:tag name="KSO_WM_BEAUTIFY_FLAG" val="#wm#"/>
  <p:tag name="KSO_WM_TAG_VERSION" val="3.0"/>
  <p:tag name="KSO_WM_UNIT_ID" val="_4*i*1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166"/>
  <p:tag name="KSO_WM_BEAUTIFY_FLAG" val="#wm#"/>
  <p:tag name="KSO_WM_TAG_VERSION" val="3.0"/>
  <p:tag name="KSO_WM_UNIT_ID" val="_4*i*1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4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4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4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0"/>
  <p:tag name="KSO_WM_UNIT_LAYERLEVEL" val="1"/>
  <p:tag name="KSO_WM_TAG_VERSION" val="3.0"/>
  <p:tag name="KSO_WM_BEAUTIFY_FLAG" val="#wm#"/>
  <p:tag name="KSO_WM_UNIT_TYPE" val="i"/>
  <p:tag name="KSO_WM_UNIT_INDEX" val="90"/>
</p:tagLst>
</file>

<file path=ppt/tags/tag94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4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4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4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4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4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4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4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4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4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4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4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4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4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4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173"/>
  <p:tag name="KSO_WM_BEAUTIFY_FLAG" val="#wm#"/>
  <p:tag name="KSO_WM_TAG_VERSION" val="3.0"/>
  <p:tag name="KSO_WM_UNIT_ID" val="_4*i*1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169"/>
  <p:tag name="KSO_WM_BEAUTIFY_FLAG" val="#wm#"/>
  <p:tag name="KSO_WM_TAG_VERSION" val="3.0"/>
  <p:tag name="KSO_WM_UNIT_ID" val="_4*i*1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168"/>
  <p:tag name="KSO_WM_BEAUTIFY_FLAG" val="#wm#"/>
  <p:tag name="KSO_WM_TAG_VERSION" val="3.0"/>
  <p:tag name="KSO_WM_UNIT_ID" val="_4*i*1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二级&#13;三级&#13;四级&#13;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二级&#13;三级&#13;四级&#13;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0984"/>
</p:tagLst>
</file>

<file path=ppt/tags/tag19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二级&#13;三级&#13;四级&#13;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0984"/>
</p:tagLst>
</file>

<file path=ppt/tags/tag192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0984"/>
  <p:tag name="KSO_WM_TEMPLATE_CATEGORY" val="custom"/>
  <p:tag name="KSO_WM_TEMPLATE_MASTER_TYPE" val="0"/>
</p:tagLst>
</file>

<file path=ppt/theme/theme1.xml><?xml version="1.0" encoding="utf-8"?>
<a:theme xmlns:a="http://schemas.openxmlformats.org/drawingml/2006/main" name="Office 主题​​">
  <a:themeElements>
    <a:clrScheme name="自定义 49">
      <a:dk1>
        <a:srgbClr val="000000"/>
      </a:dk1>
      <a:lt1>
        <a:srgbClr val="FFFFFF"/>
      </a:lt1>
      <a:dk2>
        <a:srgbClr val="052E00"/>
      </a:dk2>
      <a:lt2>
        <a:srgbClr val="F5F7FF"/>
      </a:lt2>
      <a:accent1>
        <a:srgbClr val="FFC000"/>
      </a:accent1>
      <a:accent2>
        <a:srgbClr val="F55E5C"/>
      </a:accent2>
      <a:accent3>
        <a:srgbClr val="00B0F0"/>
      </a:accent3>
      <a:accent4>
        <a:srgbClr val="00B050"/>
      </a:accent4>
      <a:accent5>
        <a:srgbClr val="A96AFE"/>
      </a:accent5>
      <a:accent6>
        <a:srgbClr val="FF7429"/>
      </a:accent6>
      <a:hlink>
        <a:srgbClr val="304FFE"/>
      </a:hlink>
      <a:folHlink>
        <a:srgbClr val="492067"/>
      </a:folHlink>
    </a:clrScheme>
    <a:fontScheme name="qmj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宋体</vt:lpstr>
      <vt:lpstr>Arial Unicode MS</vt:lpstr>
      <vt:lpstr>汉仪旗黑</vt:lpstr>
      <vt:lpstr>苹方-简</vt:lpstr>
      <vt:lpstr>汉仪书宋二KW</vt:lpstr>
      <vt:lpstr>微软雅黑</vt:lpstr>
      <vt:lpstr>Office 主题​​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大闸蟹</cp:lastModifiedBy>
  <cp:revision>173</cp:revision>
  <dcterms:created xsi:type="dcterms:W3CDTF">2026-01-07T18:52:10Z</dcterms:created>
  <dcterms:modified xsi:type="dcterms:W3CDTF">2026-01-07T18:52:10Z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F6289A2F79FA5BB8DF2B5E6936907666_41</vt:lpwstr>
  </property>
</Properties>
</file>