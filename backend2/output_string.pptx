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5" r:id="rId1"/>
  </p:sldMasterIdLst>
  <p:sldIdLst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57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1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1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8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9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1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9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2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3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4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173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8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t>string 深度解析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t>背景介绍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>
                <a:latin typeface="Microsoft YaHei"/>
              </a:defRPr>
            </a:pPr>
            <a:r>
              <a:t>传统模式效率低下</a:t>
            </a:r>
          </a:p>
          <a:p>
            <a:pPr>
              <a:spcAft>
                <a:spcPts val="1000"/>
              </a:spcAft>
              <a:defRPr sz="2400">
                <a:latin typeface="Microsoft YaHei"/>
              </a:defRPr>
            </a:pPr>
            <a:r>
              <a:t>数字化转型势在必行</a:t>
            </a:r>
          </a:p>
          <a:p>
            <a:pPr>
              <a:spcAft>
                <a:spcPts val="1000"/>
              </a:spcAft>
              <a:defRPr sz="2400">
                <a:latin typeface="Microsoft YaHei"/>
              </a:defRPr>
            </a:pPr>
            <a:r>
              <a:t>AI 赋能全流程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t>概念演示图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60350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i="1">
                <a:latin typeface="Microsoft YaHei"/>
              </a:defRPr>
            </a:pPr>
            <a:r>
              <a:t>未来数据中心概念图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t>数据对比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219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 方式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5天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1分钟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高昂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icrosoft YaHei"/>
                        </a:defRPr>
                      </a:pPr>
                      <a:r>
                        <a:t>低廉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Calibri</vt:lpstr>
      <vt:lpstr>Calibri Light</vt:lpstr>
      <vt:lpstr>Retrospect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#ZHU RUIQI#</cp:lastModifiedBy>
  <cp:revision>6</cp:revision>
  <dcterms:created xsi:type="dcterms:W3CDTF">2013-01-27T09:14:16Z</dcterms:created>
  <dcterms:modified xsi:type="dcterms:W3CDTF">2026-01-07T20:01:24Z</dcterms:modified>
  <cp:category/>
</cp:coreProperties>
</file>