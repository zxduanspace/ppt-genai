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5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575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1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1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8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9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1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9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2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3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45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1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8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Calibri</vt:lpstr>
      <vt:lpstr>Calibri Light</vt:lpstr>
      <vt:lpstr>Retrospect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#ZHU RUIQI#</cp:lastModifiedBy>
  <cp:revision>6</cp:revision>
  <dcterms:created xsi:type="dcterms:W3CDTF">2013-01-27T09:14:16Z</dcterms:created>
  <dcterms:modified xsi:type="dcterms:W3CDTF">2026-01-07T20:01:24Z</dcterms:modified>
  <cp:category/>
</cp:coreProperties>
</file>